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9" r:id="rId4"/>
    <p:sldId id="258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02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C26AE0-18FA-6276-0065-DE962186A9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0D63A-4EFE-6F47-BCAF-5E870703CD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A7BF8-C40A-47ED-9A86-3A7C7BCE30E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E2A44-4DE3-3D0B-605C-410ECB150F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9E66A-6415-E616-8ADF-38D25CF45D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019CE-8FA5-4274-8456-0C8815DAC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986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17CE0-021B-4D46-805D-77687932B5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28CE2-5AD2-4014-B8FD-4AAD2BE8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58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E353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E353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E353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50477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709952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69426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428913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131541" y="921918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991003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77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850477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709952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569426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428913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61"/>
                </a:lnTo>
                <a:lnTo>
                  <a:pt x="7810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131541" y="106621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61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8991003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77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850477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8709952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8569426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48" y="35039"/>
                </a:lnTo>
                <a:lnTo>
                  <a:pt x="0" y="27203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8428913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39"/>
                </a:moveTo>
                <a:lnTo>
                  <a:pt x="7810" y="35039"/>
                </a:lnTo>
                <a:lnTo>
                  <a:pt x="0" y="27203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9131541" y="121052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39"/>
                </a:moveTo>
                <a:lnTo>
                  <a:pt x="7823" y="35039"/>
                </a:lnTo>
                <a:lnTo>
                  <a:pt x="0" y="27203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8991003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8850477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8709952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8569426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8428913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00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9131541" y="1354861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26"/>
                </a:moveTo>
                <a:lnTo>
                  <a:pt x="7823" y="35026"/>
                </a:lnTo>
                <a:lnTo>
                  <a:pt x="0" y="27177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8991003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8850477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8709952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8569426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8428913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9131541" y="1499171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8991003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8850477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8709952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8569426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8428913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9131541" y="1643494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8991003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8850477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8709952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8569426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8428913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9131541" y="178781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8991003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8850477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8709952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8569426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8428913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9131541" y="1932139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8991003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8850477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8709952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8569426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8428913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9131541" y="207168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8991003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77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8850477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8709952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8569426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77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8428913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77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00"/>
                </a:lnTo>
                <a:lnTo>
                  <a:pt x="35001" y="27177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9131541" y="221599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77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8991003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8850477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8709952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8569426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203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8428913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203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9131541" y="236029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203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8991003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8850477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8709952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8569426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23"/>
                </a:lnTo>
                <a:lnTo>
                  <a:pt x="7848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8428913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23"/>
                </a:lnTo>
                <a:lnTo>
                  <a:pt x="7810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9131541" y="2504643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8991003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77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8850477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8709952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8569426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8428913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9131541" y="2648940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8991003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8850477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8709952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8569426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8428913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9131541" y="2793263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8991003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8850477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8709952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8569426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8428913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9131541" y="2937586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8991003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8850477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8709952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8569426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8428913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9131541" y="3081908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8991003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-1447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-1447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-1447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01"/>
                </a:moveTo>
                <a:lnTo>
                  <a:pt x="7810" y="35001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42862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42862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42862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287159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16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287159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65"/>
                </a:lnTo>
                <a:lnTo>
                  <a:pt x="27216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287159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16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431507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431507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431507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575805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575805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575805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720128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720128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720128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864450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864450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864450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008773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008773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008773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7" name="bg object 1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88" y="4127462"/>
            <a:ext cx="739863" cy="7377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E353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359" y="296176"/>
            <a:ext cx="4815941" cy="6644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E353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9555" y="1558925"/>
            <a:ext cx="6104889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E353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" y="46852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" y="48258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" y="496633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" y="51068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10" y="35001"/>
                </a:lnTo>
                <a:lnTo>
                  <a:pt x="0" y="27177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" y="41231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4988"/>
                </a:moveTo>
                <a:lnTo>
                  <a:pt x="7810" y="34988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" y="4263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" y="440422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" y="45447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4310" y="46852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4310" y="48258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4310" y="496633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4310" y="51068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48" y="35001"/>
                </a:lnTo>
                <a:lnTo>
                  <a:pt x="0" y="27177"/>
                </a:lnTo>
                <a:lnTo>
                  <a:pt x="0" y="7823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4310" y="41231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4988"/>
                </a:moveTo>
                <a:lnTo>
                  <a:pt x="7848" y="34988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90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4310" y="4263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4310" y="440422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4310" y="45447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8620" y="46852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8620" y="48258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8620" y="496633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77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8620" y="51068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01"/>
                </a:moveTo>
                <a:lnTo>
                  <a:pt x="7848" y="35001"/>
                </a:lnTo>
                <a:lnTo>
                  <a:pt x="0" y="27177"/>
                </a:lnTo>
                <a:lnTo>
                  <a:pt x="0" y="7823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23"/>
                </a:lnTo>
                <a:lnTo>
                  <a:pt x="35039" y="27177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620" y="41231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4988"/>
                </a:moveTo>
                <a:lnTo>
                  <a:pt x="7848" y="34988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8620" y="4263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8620" y="440422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8620" y="45447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2955" y="46852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2955" y="48258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2955" y="496633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2955" y="51068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32955" y="41231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4988"/>
                </a:moveTo>
                <a:lnTo>
                  <a:pt x="7835" y="34988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65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32955" y="4263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32955" y="440422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2955" y="45447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77265" y="46852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7265" y="48258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7265" y="496633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77265" y="51068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48" y="35001"/>
                </a:lnTo>
                <a:lnTo>
                  <a:pt x="0" y="27177"/>
                </a:lnTo>
                <a:lnTo>
                  <a:pt x="0" y="7823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77265" y="41231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4988"/>
                </a:moveTo>
                <a:lnTo>
                  <a:pt x="7848" y="34988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7265" y="4263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77265" y="45447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21588" y="46852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1588" y="48258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1588" y="496633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23" y="35026"/>
                </a:lnTo>
                <a:lnTo>
                  <a:pt x="0" y="27177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77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1588" y="51068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01"/>
                </a:moveTo>
                <a:lnTo>
                  <a:pt x="7823" y="35001"/>
                </a:lnTo>
                <a:lnTo>
                  <a:pt x="0" y="27177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23"/>
                </a:lnTo>
                <a:lnTo>
                  <a:pt x="35039" y="27177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1588" y="41231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4988"/>
                </a:moveTo>
                <a:lnTo>
                  <a:pt x="7823" y="34988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178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1588" y="4263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1588" y="440422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1588" y="45447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65911" y="46852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65911" y="48258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5911" y="496633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77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65911" y="51068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77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5911" y="41231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4988"/>
                </a:moveTo>
                <a:lnTo>
                  <a:pt x="7823" y="34988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65911" y="4263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65911" y="440422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65911" y="45447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10234" y="46852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010234" y="48258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010234" y="496633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77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10234" y="51068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77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010234" y="41231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4988"/>
                </a:moveTo>
                <a:lnTo>
                  <a:pt x="7823" y="34988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10234" y="4263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10234" y="440422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010234" y="45447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396" y="236220"/>
            <a:ext cx="739851" cy="737755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0" y="4459770"/>
            <a:ext cx="9144000" cy="381635"/>
          </a:xfrm>
          <a:custGeom>
            <a:avLst/>
            <a:gdLst/>
            <a:ahLst/>
            <a:cxnLst/>
            <a:rect l="l" t="t" r="r" b="b"/>
            <a:pathLst>
              <a:path w="9144000" h="381635">
                <a:moveTo>
                  <a:pt x="3381767" y="370738"/>
                </a:moveTo>
                <a:lnTo>
                  <a:pt x="3362553" y="370738"/>
                </a:lnTo>
                <a:lnTo>
                  <a:pt x="3381425" y="370573"/>
                </a:lnTo>
                <a:lnTo>
                  <a:pt x="3371582" y="304482"/>
                </a:lnTo>
                <a:lnTo>
                  <a:pt x="3410432" y="8229"/>
                </a:lnTo>
                <a:lnTo>
                  <a:pt x="3420821" y="0"/>
                </a:lnTo>
                <a:lnTo>
                  <a:pt x="3423196" y="558"/>
                </a:lnTo>
                <a:lnTo>
                  <a:pt x="3429806" y="10731"/>
                </a:lnTo>
                <a:lnTo>
                  <a:pt x="3429317" y="10731"/>
                </a:lnTo>
                <a:lnTo>
                  <a:pt x="3410521" y="11264"/>
                </a:lnTo>
                <a:lnTo>
                  <a:pt x="3421580" y="69311"/>
                </a:lnTo>
                <a:lnTo>
                  <a:pt x="3381767" y="370738"/>
                </a:lnTo>
                <a:close/>
              </a:path>
              <a:path w="9144000" h="381635">
                <a:moveTo>
                  <a:pt x="3421580" y="69311"/>
                </a:moveTo>
                <a:lnTo>
                  <a:pt x="3410521" y="11264"/>
                </a:lnTo>
                <a:lnTo>
                  <a:pt x="3429317" y="10731"/>
                </a:lnTo>
                <a:lnTo>
                  <a:pt x="3421580" y="69311"/>
                </a:lnTo>
                <a:close/>
              </a:path>
              <a:path w="9144000" h="381635">
                <a:moveTo>
                  <a:pt x="3473526" y="306197"/>
                </a:moveTo>
                <a:lnTo>
                  <a:pt x="3421580" y="69311"/>
                </a:lnTo>
                <a:lnTo>
                  <a:pt x="3429317" y="10731"/>
                </a:lnTo>
                <a:lnTo>
                  <a:pt x="3429806" y="10731"/>
                </a:lnTo>
                <a:lnTo>
                  <a:pt x="3473818" y="241749"/>
                </a:lnTo>
                <a:lnTo>
                  <a:pt x="3465195" y="295211"/>
                </a:lnTo>
                <a:lnTo>
                  <a:pt x="3484493" y="295211"/>
                </a:lnTo>
                <a:lnTo>
                  <a:pt x="3475939" y="306158"/>
                </a:lnTo>
                <a:lnTo>
                  <a:pt x="3473526" y="306197"/>
                </a:lnTo>
                <a:close/>
              </a:path>
              <a:path w="9144000" h="381635">
                <a:moveTo>
                  <a:pt x="3296657" y="178180"/>
                </a:moveTo>
                <a:lnTo>
                  <a:pt x="3276803" y="178180"/>
                </a:lnTo>
                <a:lnTo>
                  <a:pt x="3285947" y="171335"/>
                </a:lnTo>
                <a:lnTo>
                  <a:pt x="3278808" y="171334"/>
                </a:lnTo>
                <a:lnTo>
                  <a:pt x="3314979" y="47828"/>
                </a:lnTo>
                <a:lnTo>
                  <a:pt x="3323602" y="40995"/>
                </a:lnTo>
                <a:lnTo>
                  <a:pt x="3325939" y="41160"/>
                </a:lnTo>
                <a:lnTo>
                  <a:pt x="3333964" y="51904"/>
                </a:lnTo>
                <a:lnTo>
                  <a:pt x="3314700" y="51904"/>
                </a:lnTo>
                <a:lnTo>
                  <a:pt x="3321085" y="94778"/>
                </a:lnTo>
                <a:lnTo>
                  <a:pt x="3296657" y="178180"/>
                </a:lnTo>
                <a:close/>
              </a:path>
              <a:path w="9144000" h="381635">
                <a:moveTo>
                  <a:pt x="3321085" y="94778"/>
                </a:moveTo>
                <a:lnTo>
                  <a:pt x="3314700" y="51904"/>
                </a:lnTo>
                <a:lnTo>
                  <a:pt x="3333267" y="53187"/>
                </a:lnTo>
                <a:lnTo>
                  <a:pt x="3321085" y="94778"/>
                </a:lnTo>
                <a:close/>
              </a:path>
              <a:path w="9144000" h="381635">
                <a:moveTo>
                  <a:pt x="3372078" y="381507"/>
                </a:moveTo>
                <a:lnTo>
                  <a:pt x="3321085" y="94778"/>
                </a:lnTo>
                <a:lnTo>
                  <a:pt x="3333267" y="53187"/>
                </a:lnTo>
                <a:lnTo>
                  <a:pt x="3314700" y="51904"/>
                </a:lnTo>
                <a:lnTo>
                  <a:pt x="3333964" y="51904"/>
                </a:lnTo>
                <a:lnTo>
                  <a:pt x="3371338" y="302844"/>
                </a:lnTo>
                <a:lnTo>
                  <a:pt x="3371304" y="304482"/>
                </a:lnTo>
                <a:lnTo>
                  <a:pt x="3362553" y="370738"/>
                </a:lnTo>
                <a:lnTo>
                  <a:pt x="3381767" y="370738"/>
                </a:lnTo>
                <a:lnTo>
                  <a:pt x="3374326" y="381215"/>
                </a:lnTo>
                <a:lnTo>
                  <a:pt x="3372078" y="381507"/>
                </a:lnTo>
                <a:close/>
              </a:path>
              <a:path w="9144000" h="381635">
                <a:moveTo>
                  <a:pt x="3484493" y="295211"/>
                </a:moveTo>
                <a:lnTo>
                  <a:pt x="3465195" y="295211"/>
                </a:lnTo>
                <a:lnTo>
                  <a:pt x="3483952" y="294944"/>
                </a:lnTo>
                <a:lnTo>
                  <a:pt x="3473818" y="241749"/>
                </a:lnTo>
                <a:lnTo>
                  <a:pt x="3499396" y="83185"/>
                </a:lnTo>
                <a:lnTo>
                  <a:pt x="3509873" y="75247"/>
                </a:lnTo>
                <a:lnTo>
                  <a:pt x="3512210" y="75818"/>
                </a:lnTo>
                <a:lnTo>
                  <a:pt x="3518782" y="86220"/>
                </a:lnTo>
                <a:lnTo>
                  <a:pt x="3499446" y="86487"/>
                </a:lnTo>
                <a:lnTo>
                  <a:pt x="3509578" y="139697"/>
                </a:lnTo>
                <a:lnTo>
                  <a:pt x="3484493" y="295211"/>
                </a:lnTo>
                <a:close/>
              </a:path>
              <a:path w="9144000" h="381635">
                <a:moveTo>
                  <a:pt x="3509578" y="139697"/>
                </a:moveTo>
                <a:lnTo>
                  <a:pt x="3499446" y="86487"/>
                </a:lnTo>
                <a:lnTo>
                  <a:pt x="3518204" y="86220"/>
                </a:lnTo>
                <a:lnTo>
                  <a:pt x="3509578" y="139697"/>
                </a:lnTo>
                <a:close/>
              </a:path>
              <a:path w="9144000" h="381635">
                <a:moveTo>
                  <a:pt x="3564051" y="381495"/>
                </a:moveTo>
                <a:lnTo>
                  <a:pt x="3509578" y="139697"/>
                </a:lnTo>
                <a:lnTo>
                  <a:pt x="3518204" y="86220"/>
                </a:lnTo>
                <a:lnTo>
                  <a:pt x="3518782" y="86220"/>
                </a:lnTo>
                <a:lnTo>
                  <a:pt x="3559201" y="298513"/>
                </a:lnTo>
                <a:lnTo>
                  <a:pt x="3553993" y="371297"/>
                </a:lnTo>
                <a:lnTo>
                  <a:pt x="3573102" y="371297"/>
                </a:lnTo>
                <a:lnTo>
                  <a:pt x="3566299" y="381088"/>
                </a:lnTo>
                <a:lnTo>
                  <a:pt x="3564051" y="381495"/>
                </a:lnTo>
                <a:close/>
              </a:path>
              <a:path w="9144000" h="381635">
                <a:moveTo>
                  <a:pt x="3573102" y="371297"/>
                </a:moveTo>
                <a:lnTo>
                  <a:pt x="3553993" y="371297"/>
                </a:lnTo>
                <a:lnTo>
                  <a:pt x="3572852" y="370204"/>
                </a:lnTo>
                <a:lnTo>
                  <a:pt x="3559202" y="298513"/>
                </a:lnTo>
                <a:lnTo>
                  <a:pt x="3567696" y="179781"/>
                </a:lnTo>
                <a:lnTo>
                  <a:pt x="3577196" y="170929"/>
                </a:lnTo>
                <a:lnTo>
                  <a:pt x="9144000" y="170929"/>
                </a:lnTo>
                <a:lnTo>
                  <a:pt x="9144000" y="181140"/>
                </a:lnTo>
                <a:lnTo>
                  <a:pt x="3586695" y="181140"/>
                </a:lnTo>
                <a:lnTo>
                  <a:pt x="3577196" y="189979"/>
                </a:lnTo>
                <a:lnTo>
                  <a:pt x="3586064" y="189979"/>
                </a:lnTo>
                <a:lnTo>
                  <a:pt x="3573102" y="371297"/>
                </a:lnTo>
                <a:close/>
              </a:path>
              <a:path w="9144000" h="381635">
                <a:moveTo>
                  <a:pt x="3285947" y="190385"/>
                </a:moveTo>
                <a:lnTo>
                  <a:pt x="0" y="189993"/>
                </a:lnTo>
                <a:lnTo>
                  <a:pt x="0" y="170943"/>
                </a:lnTo>
                <a:lnTo>
                  <a:pt x="3278808" y="171334"/>
                </a:lnTo>
                <a:lnTo>
                  <a:pt x="3276803" y="178180"/>
                </a:lnTo>
                <a:lnTo>
                  <a:pt x="3296657" y="178180"/>
                </a:lnTo>
                <a:lnTo>
                  <a:pt x="3288372" y="190068"/>
                </a:lnTo>
                <a:lnTo>
                  <a:pt x="3285947" y="190385"/>
                </a:lnTo>
                <a:close/>
              </a:path>
              <a:path w="9144000" h="381635">
                <a:moveTo>
                  <a:pt x="3276803" y="178180"/>
                </a:moveTo>
                <a:lnTo>
                  <a:pt x="3278808" y="171334"/>
                </a:lnTo>
                <a:lnTo>
                  <a:pt x="3285947" y="171335"/>
                </a:lnTo>
                <a:lnTo>
                  <a:pt x="3276803" y="178180"/>
                </a:lnTo>
                <a:close/>
              </a:path>
              <a:path w="9144000" h="381635">
                <a:moveTo>
                  <a:pt x="3586064" y="189979"/>
                </a:moveTo>
                <a:lnTo>
                  <a:pt x="3577196" y="189979"/>
                </a:lnTo>
                <a:lnTo>
                  <a:pt x="3586695" y="181140"/>
                </a:lnTo>
                <a:lnTo>
                  <a:pt x="3586064" y="189979"/>
                </a:lnTo>
                <a:close/>
              </a:path>
              <a:path w="9144000" h="381635">
                <a:moveTo>
                  <a:pt x="9144000" y="189979"/>
                </a:moveTo>
                <a:lnTo>
                  <a:pt x="3586064" y="189979"/>
                </a:lnTo>
                <a:lnTo>
                  <a:pt x="3586695" y="181140"/>
                </a:lnTo>
                <a:lnTo>
                  <a:pt x="9144000" y="181140"/>
                </a:lnTo>
                <a:lnTo>
                  <a:pt x="9144000" y="189979"/>
                </a:lnTo>
                <a:close/>
              </a:path>
              <a:path w="9144000" h="381635">
                <a:moveTo>
                  <a:pt x="3465195" y="295211"/>
                </a:moveTo>
                <a:lnTo>
                  <a:pt x="3473818" y="241749"/>
                </a:lnTo>
                <a:lnTo>
                  <a:pt x="3483952" y="294944"/>
                </a:lnTo>
                <a:lnTo>
                  <a:pt x="3465195" y="295211"/>
                </a:lnTo>
                <a:close/>
              </a:path>
              <a:path w="9144000" h="381635">
                <a:moveTo>
                  <a:pt x="3553993" y="371297"/>
                </a:moveTo>
                <a:lnTo>
                  <a:pt x="3559201" y="298506"/>
                </a:lnTo>
                <a:lnTo>
                  <a:pt x="3572852" y="370204"/>
                </a:lnTo>
                <a:lnTo>
                  <a:pt x="3553993" y="371297"/>
                </a:lnTo>
                <a:close/>
              </a:path>
              <a:path w="9144000" h="381635">
                <a:moveTo>
                  <a:pt x="3362553" y="370738"/>
                </a:moveTo>
                <a:lnTo>
                  <a:pt x="3371435" y="303492"/>
                </a:lnTo>
                <a:lnTo>
                  <a:pt x="3381425" y="370573"/>
                </a:lnTo>
                <a:lnTo>
                  <a:pt x="3362553" y="370738"/>
                </a:lnTo>
                <a:close/>
              </a:path>
            </a:pathLst>
          </a:custGeom>
          <a:solidFill>
            <a:srgbClr val="54C3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347790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347790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347790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47790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65" y="35001"/>
                </a:moveTo>
                <a:lnTo>
                  <a:pt x="7810" y="35001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347790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492087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492087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492087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23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492087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492087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636384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16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51" y="7835"/>
                </a:lnTo>
                <a:lnTo>
                  <a:pt x="35051" y="27190"/>
                </a:lnTo>
                <a:lnTo>
                  <a:pt x="27216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636384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16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51" y="7835"/>
                </a:lnTo>
                <a:lnTo>
                  <a:pt x="35051" y="27190"/>
                </a:lnTo>
                <a:lnTo>
                  <a:pt x="27216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636384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16" y="35013"/>
                </a:moveTo>
                <a:lnTo>
                  <a:pt x="7861" y="35013"/>
                </a:lnTo>
                <a:lnTo>
                  <a:pt x="0" y="27165"/>
                </a:lnTo>
                <a:lnTo>
                  <a:pt x="0" y="7823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51" y="7823"/>
                </a:lnTo>
                <a:lnTo>
                  <a:pt x="35051" y="27165"/>
                </a:lnTo>
                <a:lnTo>
                  <a:pt x="27216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636384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16" y="35001"/>
                </a:moveTo>
                <a:lnTo>
                  <a:pt x="7861" y="35001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51" y="7835"/>
                </a:lnTo>
                <a:lnTo>
                  <a:pt x="35051" y="27190"/>
                </a:lnTo>
                <a:lnTo>
                  <a:pt x="27216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636384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16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51" y="7848"/>
                </a:lnTo>
                <a:lnTo>
                  <a:pt x="35051" y="27190"/>
                </a:lnTo>
                <a:lnTo>
                  <a:pt x="27216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780733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780733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780733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780733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780733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925030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925030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25030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13"/>
                </a:moveTo>
                <a:lnTo>
                  <a:pt x="7861" y="35013"/>
                </a:lnTo>
                <a:lnTo>
                  <a:pt x="0" y="27165"/>
                </a:lnTo>
                <a:lnTo>
                  <a:pt x="0" y="7823"/>
                </a:lnTo>
                <a:lnTo>
                  <a:pt x="7861" y="0"/>
                </a:lnTo>
                <a:lnTo>
                  <a:pt x="17538" y="0"/>
                </a:lnTo>
                <a:lnTo>
                  <a:pt x="27177" y="0"/>
                </a:lnTo>
                <a:lnTo>
                  <a:pt x="35026" y="7823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925030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61" y="35001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925030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38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069353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1" y="7835"/>
                </a:lnTo>
                <a:lnTo>
                  <a:pt x="35051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069353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1" y="7835"/>
                </a:lnTo>
                <a:lnTo>
                  <a:pt x="35051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069353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1" y="7823"/>
                </a:lnTo>
                <a:lnTo>
                  <a:pt x="35051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069353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1" y="7835"/>
                </a:lnTo>
                <a:lnTo>
                  <a:pt x="35051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069353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1" y="7848"/>
                </a:lnTo>
                <a:lnTo>
                  <a:pt x="35051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213675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213675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213675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26" y="7823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213675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213675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357998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357998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357998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01" y="7823"/>
                </a:lnTo>
                <a:lnTo>
                  <a:pt x="35001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357998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357998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77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497559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497559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497559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497559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10" y="35001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497559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641856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641856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641856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23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641856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641856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786166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786166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7786166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23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23"/>
                </a:lnTo>
                <a:lnTo>
                  <a:pt x="35039" y="27165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786166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786166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930501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930501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930501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30501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7930501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074812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074812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074812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074812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074812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8219135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219135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219135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23"/>
                </a:lnTo>
                <a:lnTo>
                  <a:pt x="35039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219135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219135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363457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8363457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363457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363457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363457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507780" y="19958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35"/>
                </a:lnTo>
                <a:lnTo>
                  <a:pt x="34988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507780" y="34010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35"/>
                </a:lnTo>
                <a:lnTo>
                  <a:pt x="34988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507780" y="4806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23"/>
                </a:lnTo>
                <a:lnTo>
                  <a:pt x="34988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507780" y="621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35"/>
                </a:lnTo>
                <a:lnTo>
                  <a:pt x="34988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507780" y="590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48"/>
                </a:lnTo>
                <a:lnTo>
                  <a:pt x="34988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 txBox="1">
            <a:spLocks noGrp="1"/>
          </p:cNvSpPr>
          <p:nvPr>
            <p:ph type="body" idx="1"/>
          </p:nvPr>
        </p:nvSpPr>
        <p:spPr>
          <a:xfrm>
            <a:off x="1731125" y="751619"/>
            <a:ext cx="724344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9319" marR="5080" indent="-896619">
              <a:lnSpc>
                <a:spcPct val="100000"/>
              </a:lnSpc>
              <a:spcBef>
                <a:spcPts val="105"/>
              </a:spcBef>
            </a:pPr>
            <a:r>
              <a:rPr sz="2400" spc="30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Human</a:t>
            </a:r>
            <a:r>
              <a:rPr sz="2400" spc="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7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Gait</a:t>
            </a:r>
            <a:r>
              <a:rPr sz="2400" spc="1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19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en-US" sz="2400" spc="19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Using MATLAB</a:t>
            </a:r>
            <a:endParaRPr sz="2400" spc="455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7552943" y="3352126"/>
            <a:ext cx="1591310" cy="1791970"/>
          </a:xfrm>
          <a:custGeom>
            <a:avLst/>
            <a:gdLst/>
            <a:ahLst/>
            <a:cxnLst/>
            <a:rect l="l" t="t" r="r" b="b"/>
            <a:pathLst>
              <a:path w="1591309" h="1791970">
                <a:moveTo>
                  <a:pt x="318007" y="1791373"/>
                </a:moveTo>
                <a:lnTo>
                  <a:pt x="205678" y="1791373"/>
                </a:lnTo>
                <a:lnTo>
                  <a:pt x="204164" y="1789290"/>
                </a:lnTo>
                <a:lnTo>
                  <a:pt x="179154" y="1751897"/>
                </a:lnTo>
                <a:lnTo>
                  <a:pt x="155602" y="1713482"/>
                </a:lnTo>
                <a:lnTo>
                  <a:pt x="133546" y="1674085"/>
                </a:lnTo>
                <a:lnTo>
                  <a:pt x="113027" y="1633745"/>
                </a:lnTo>
                <a:lnTo>
                  <a:pt x="94083" y="1592501"/>
                </a:lnTo>
                <a:lnTo>
                  <a:pt x="76754" y="1550395"/>
                </a:lnTo>
                <a:lnTo>
                  <a:pt x="61081" y="1507464"/>
                </a:lnTo>
                <a:lnTo>
                  <a:pt x="47101" y="1463749"/>
                </a:lnTo>
                <a:lnTo>
                  <a:pt x="34855" y="1419288"/>
                </a:lnTo>
                <a:lnTo>
                  <a:pt x="24382" y="1374123"/>
                </a:lnTo>
                <a:lnTo>
                  <a:pt x="15722" y="1328292"/>
                </a:lnTo>
                <a:lnTo>
                  <a:pt x="8915" y="1281834"/>
                </a:lnTo>
                <a:lnTo>
                  <a:pt x="3980" y="1234495"/>
                </a:lnTo>
                <a:lnTo>
                  <a:pt x="1011" y="1187074"/>
                </a:lnTo>
                <a:lnTo>
                  <a:pt x="0" y="1139101"/>
                </a:lnTo>
                <a:lnTo>
                  <a:pt x="1014" y="1090934"/>
                </a:lnTo>
                <a:lnTo>
                  <a:pt x="3999" y="1043279"/>
                </a:lnTo>
                <a:lnTo>
                  <a:pt x="8915" y="996174"/>
                </a:lnTo>
                <a:lnTo>
                  <a:pt x="15722" y="949660"/>
                </a:lnTo>
                <a:lnTo>
                  <a:pt x="24382" y="903774"/>
                </a:lnTo>
                <a:lnTo>
                  <a:pt x="34855" y="858557"/>
                </a:lnTo>
                <a:lnTo>
                  <a:pt x="47101" y="814049"/>
                </a:lnTo>
                <a:lnTo>
                  <a:pt x="61081" y="770289"/>
                </a:lnTo>
                <a:lnTo>
                  <a:pt x="76754" y="727315"/>
                </a:lnTo>
                <a:lnTo>
                  <a:pt x="94083" y="685169"/>
                </a:lnTo>
                <a:lnTo>
                  <a:pt x="113027" y="643889"/>
                </a:lnTo>
                <a:lnTo>
                  <a:pt x="133546" y="603514"/>
                </a:lnTo>
                <a:lnTo>
                  <a:pt x="155602" y="564085"/>
                </a:lnTo>
                <a:lnTo>
                  <a:pt x="179154" y="525640"/>
                </a:lnTo>
                <a:lnTo>
                  <a:pt x="204164" y="488219"/>
                </a:lnTo>
                <a:lnTo>
                  <a:pt x="230591" y="451862"/>
                </a:lnTo>
                <a:lnTo>
                  <a:pt x="258397" y="416608"/>
                </a:lnTo>
                <a:lnTo>
                  <a:pt x="287541" y="382497"/>
                </a:lnTo>
                <a:lnTo>
                  <a:pt x="317984" y="349568"/>
                </a:lnTo>
                <a:lnTo>
                  <a:pt x="349687" y="317860"/>
                </a:lnTo>
                <a:lnTo>
                  <a:pt x="382611" y="287413"/>
                </a:lnTo>
                <a:lnTo>
                  <a:pt x="416715" y="258267"/>
                </a:lnTo>
                <a:lnTo>
                  <a:pt x="451960" y="230460"/>
                </a:lnTo>
                <a:lnTo>
                  <a:pt x="488307" y="204033"/>
                </a:lnTo>
                <a:lnTo>
                  <a:pt x="525717" y="179025"/>
                </a:lnTo>
                <a:lnTo>
                  <a:pt x="564226" y="155432"/>
                </a:lnTo>
                <a:lnTo>
                  <a:pt x="603564" y="133423"/>
                </a:lnTo>
                <a:lnTo>
                  <a:pt x="643923" y="112909"/>
                </a:lnTo>
                <a:lnTo>
                  <a:pt x="685186" y="93971"/>
                </a:lnTo>
                <a:lnTo>
                  <a:pt x="727329" y="76644"/>
                </a:lnTo>
                <a:lnTo>
                  <a:pt x="770279" y="60979"/>
                </a:lnTo>
                <a:lnTo>
                  <a:pt x="814015" y="47010"/>
                </a:lnTo>
                <a:lnTo>
                  <a:pt x="858498" y="34775"/>
                </a:lnTo>
                <a:lnTo>
                  <a:pt x="903687" y="24314"/>
                </a:lnTo>
                <a:lnTo>
                  <a:pt x="949545" y="15666"/>
                </a:lnTo>
                <a:lnTo>
                  <a:pt x="996030" y="8871"/>
                </a:lnTo>
                <a:lnTo>
                  <a:pt x="1043104" y="3969"/>
                </a:lnTo>
                <a:lnTo>
                  <a:pt x="1090727" y="998"/>
                </a:lnTo>
                <a:lnTo>
                  <a:pt x="1138859" y="0"/>
                </a:lnTo>
                <a:lnTo>
                  <a:pt x="1186991" y="998"/>
                </a:lnTo>
                <a:lnTo>
                  <a:pt x="1234614" y="3969"/>
                </a:lnTo>
                <a:lnTo>
                  <a:pt x="1281689" y="8871"/>
                </a:lnTo>
                <a:lnTo>
                  <a:pt x="1328176" y="15667"/>
                </a:lnTo>
                <a:lnTo>
                  <a:pt x="1374036" y="24315"/>
                </a:lnTo>
                <a:lnTo>
                  <a:pt x="1419228" y="34777"/>
                </a:lnTo>
                <a:lnTo>
                  <a:pt x="1463715" y="47013"/>
                </a:lnTo>
                <a:lnTo>
                  <a:pt x="1507455" y="60983"/>
                </a:lnTo>
                <a:lnTo>
                  <a:pt x="1550409" y="76649"/>
                </a:lnTo>
                <a:lnTo>
                  <a:pt x="1582430" y="89814"/>
                </a:lnTo>
                <a:lnTo>
                  <a:pt x="1138859" y="89814"/>
                </a:lnTo>
                <a:lnTo>
                  <a:pt x="1090849" y="90893"/>
                </a:lnTo>
                <a:lnTo>
                  <a:pt x="1043393" y="94100"/>
                </a:lnTo>
                <a:lnTo>
                  <a:pt x="996538" y="99389"/>
                </a:lnTo>
                <a:lnTo>
                  <a:pt x="950328" y="106713"/>
                </a:lnTo>
                <a:lnTo>
                  <a:pt x="904812" y="116026"/>
                </a:lnTo>
                <a:lnTo>
                  <a:pt x="860035" y="127282"/>
                </a:lnTo>
                <a:lnTo>
                  <a:pt x="816043" y="140434"/>
                </a:lnTo>
                <a:lnTo>
                  <a:pt x="772787" y="155475"/>
                </a:lnTo>
                <a:lnTo>
                  <a:pt x="730601" y="172244"/>
                </a:lnTo>
                <a:lnTo>
                  <a:pt x="689243" y="190809"/>
                </a:lnTo>
                <a:lnTo>
                  <a:pt x="648855" y="211086"/>
                </a:lnTo>
                <a:lnTo>
                  <a:pt x="609485" y="233028"/>
                </a:lnTo>
                <a:lnTo>
                  <a:pt x="571177" y="256590"/>
                </a:lnTo>
                <a:lnTo>
                  <a:pt x="533979" y="281724"/>
                </a:lnTo>
                <a:lnTo>
                  <a:pt x="497936" y="308385"/>
                </a:lnTo>
                <a:lnTo>
                  <a:pt x="463095" y="336527"/>
                </a:lnTo>
                <a:lnTo>
                  <a:pt x="429502" y="366104"/>
                </a:lnTo>
                <a:lnTo>
                  <a:pt x="397203" y="397068"/>
                </a:lnTo>
                <a:lnTo>
                  <a:pt x="366245" y="429375"/>
                </a:lnTo>
                <a:lnTo>
                  <a:pt x="336674" y="462977"/>
                </a:lnTo>
                <a:lnTo>
                  <a:pt x="308536" y="497828"/>
                </a:lnTo>
                <a:lnTo>
                  <a:pt x="281878" y="533883"/>
                </a:lnTo>
                <a:lnTo>
                  <a:pt x="256745" y="571095"/>
                </a:lnTo>
                <a:lnTo>
                  <a:pt x="233185" y="609417"/>
                </a:lnTo>
                <a:lnTo>
                  <a:pt x="211242" y="648804"/>
                </a:lnTo>
                <a:lnTo>
                  <a:pt x="190964" y="689209"/>
                </a:lnTo>
                <a:lnTo>
                  <a:pt x="172397" y="730587"/>
                </a:lnTo>
                <a:lnTo>
                  <a:pt x="155587" y="772890"/>
                </a:lnTo>
                <a:lnTo>
                  <a:pt x="140581" y="816073"/>
                </a:lnTo>
                <a:lnTo>
                  <a:pt x="127424" y="860089"/>
                </a:lnTo>
                <a:lnTo>
                  <a:pt x="116163" y="904893"/>
                </a:lnTo>
                <a:lnTo>
                  <a:pt x="106844" y="950438"/>
                </a:lnTo>
                <a:lnTo>
                  <a:pt x="99514" y="996677"/>
                </a:lnTo>
                <a:lnTo>
                  <a:pt x="94218" y="1043565"/>
                </a:lnTo>
                <a:lnTo>
                  <a:pt x="91003" y="1091055"/>
                </a:lnTo>
                <a:lnTo>
                  <a:pt x="89915" y="1139101"/>
                </a:lnTo>
                <a:lnTo>
                  <a:pt x="91012" y="1187199"/>
                </a:lnTo>
                <a:lnTo>
                  <a:pt x="94218" y="1234495"/>
                </a:lnTo>
                <a:lnTo>
                  <a:pt x="99514" y="1281317"/>
                </a:lnTo>
                <a:lnTo>
                  <a:pt x="106844" y="1327495"/>
                </a:lnTo>
                <a:lnTo>
                  <a:pt x="116163" y="1372982"/>
                </a:lnTo>
                <a:lnTo>
                  <a:pt x="127424" y="1417732"/>
                </a:lnTo>
                <a:lnTo>
                  <a:pt x="140581" y="1461698"/>
                </a:lnTo>
                <a:lnTo>
                  <a:pt x="155587" y="1504834"/>
                </a:lnTo>
                <a:lnTo>
                  <a:pt x="172397" y="1547093"/>
                </a:lnTo>
                <a:lnTo>
                  <a:pt x="190964" y="1588430"/>
                </a:lnTo>
                <a:lnTo>
                  <a:pt x="211242" y="1628797"/>
                </a:lnTo>
                <a:lnTo>
                  <a:pt x="233185" y="1668150"/>
                </a:lnTo>
                <a:lnTo>
                  <a:pt x="256745" y="1706440"/>
                </a:lnTo>
                <a:lnTo>
                  <a:pt x="281878" y="1743623"/>
                </a:lnTo>
                <a:lnTo>
                  <a:pt x="308536" y="1779650"/>
                </a:lnTo>
                <a:lnTo>
                  <a:pt x="318007" y="1791373"/>
                </a:lnTo>
                <a:close/>
              </a:path>
              <a:path w="1591309" h="1791970">
                <a:moveTo>
                  <a:pt x="1591055" y="192099"/>
                </a:moveTo>
                <a:lnTo>
                  <a:pt x="1547109" y="172237"/>
                </a:lnTo>
                <a:lnTo>
                  <a:pt x="1504828" y="155432"/>
                </a:lnTo>
                <a:lnTo>
                  <a:pt x="1461669" y="140431"/>
                </a:lnTo>
                <a:lnTo>
                  <a:pt x="1417678" y="127279"/>
                </a:lnTo>
                <a:lnTo>
                  <a:pt x="1372902" y="116025"/>
                </a:lnTo>
                <a:lnTo>
                  <a:pt x="1327386" y="106712"/>
                </a:lnTo>
                <a:lnTo>
                  <a:pt x="1281178" y="99389"/>
                </a:lnTo>
                <a:lnTo>
                  <a:pt x="1234323" y="94100"/>
                </a:lnTo>
                <a:lnTo>
                  <a:pt x="1186868" y="90893"/>
                </a:lnTo>
                <a:lnTo>
                  <a:pt x="1138859" y="89814"/>
                </a:lnTo>
                <a:lnTo>
                  <a:pt x="1582430" y="89814"/>
                </a:lnTo>
                <a:lnTo>
                  <a:pt x="1591055" y="93360"/>
                </a:lnTo>
                <a:lnTo>
                  <a:pt x="1591055" y="192099"/>
                </a:lnTo>
                <a:close/>
              </a:path>
            </a:pathLst>
          </a:custGeom>
          <a:solidFill>
            <a:srgbClr val="F8DF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2" name="object 15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4431" y="-24705"/>
            <a:ext cx="1120139" cy="1399031"/>
          </a:xfrm>
          <a:prstGeom prst="rect">
            <a:avLst/>
          </a:prstGeom>
        </p:spPr>
      </p:pic>
      <p:sp>
        <p:nvSpPr>
          <p:cNvPr id="153" name="object 153"/>
          <p:cNvSpPr txBox="1"/>
          <p:nvPr/>
        </p:nvSpPr>
        <p:spPr>
          <a:xfrm>
            <a:off x="6310965" y="2930487"/>
            <a:ext cx="2697342" cy="8816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3575">
              <a:lnSpc>
                <a:spcPts val="1105"/>
              </a:lnSpc>
              <a:spcBef>
                <a:spcPts val="95"/>
              </a:spcBef>
            </a:pP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Calibri Light"/>
              </a:rPr>
              <a:t>Supervised</a:t>
            </a:r>
            <a:r>
              <a:rPr sz="2000" b="1" spc="-45" dirty="0">
                <a:solidFill>
                  <a:schemeClr val="accent6">
                    <a:lumMod val="75000"/>
                  </a:schemeClr>
                </a:solidFill>
                <a:latin typeface="+mj-lt"/>
                <a:cs typeface="Calibri Light"/>
              </a:rPr>
              <a:t> </a:t>
            </a:r>
            <a:r>
              <a:rPr lang="en-US" sz="2000" b="1" spc="-25" dirty="0">
                <a:solidFill>
                  <a:schemeClr val="accent6">
                    <a:lumMod val="75000"/>
                  </a:schemeClr>
                </a:solidFill>
                <a:latin typeface="+mj-lt"/>
                <a:cs typeface="Calibri Light"/>
              </a:rPr>
              <a:t>B</a:t>
            </a:r>
            <a:r>
              <a:rPr sz="2000" b="1" spc="-25" dirty="0">
                <a:solidFill>
                  <a:schemeClr val="accent6">
                    <a:lumMod val="75000"/>
                  </a:schemeClr>
                </a:solidFill>
                <a:latin typeface="+mj-lt"/>
                <a:cs typeface="Calibri Light"/>
              </a:rPr>
              <a:t>y:</a:t>
            </a:r>
            <a:endParaRPr lang="en-US" sz="2000" b="1" spc="-25" dirty="0">
              <a:solidFill>
                <a:schemeClr val="accent6">
                  <a:lumMod val="75000"/>
                </a:schemeClr>
              </a:solidFill>
              <a:latin typeface="+mj-lt"/>
              <a:cs typeface="Calibri Light"/>
            </a:endParaRPr>
          </a:p>
          <a:p>
            <a:pPr marL="663575">
              <a:lnSpc>
                <a:spcPts val="1105"/>
              </a:lnSpc>
              <a:spcBef>
                <a:spcPts val="95"/>
              </a:spcBef>
            </a:pPr>
            <a:endParaRPr sz="2000" b="1" dirty="0">
              <a:latin typeface="Calibri Light"/>
              <a:cs typeface="Calibri Light"/>
            </a:endParaRPr>
          </a:p>
          <a:p>
            <a:pPr algn="ctr">
              <a:lnSpc>
                <a:spcPts val="1585"/>
              </a:lnSpc>
            </a:pPr>
            <a:r>
              <a:rPr sz="1600" b="1" dirty="0">
                <a:solidFill>
                  <a:schemeClr val="accent2">
                    <a:lumMod val="75000"/>
                  </a:schemeClr>
                </a:solidFill>
                <a:latin typeface="Bahnschrift"/>
                <a:cs typeface="Bahnschrift"/>
              </a:rPr>
              <a:t>Dr.</a:t>
            </a:r>
            <a:r>
              <a:rPr sz="1600" b="1" spc="130" dirty="0">
                <a:solidFill>
                  <a:schemeClr val="accent2">
                    <a:lumMod val="75000"/>
                  </a:schemeClr>
                </a:solidFill>
                <a:latin typeface="Bahnschrift"/>
                <a:cs typeface="Bahnschrift"/>
              </a:rPr>
              <a:t> </a:t>
            </a:r>
            <a:r>
              <a:rPr sz="1600" b="1" dirty="0">
                <a:solidFill>
                  <a:schemeClr val="accent2">
                    <a:lumMod val="75000"/>
                  </a:schemeClr>
                </a:solidFill>
                <a:latin typeface="Bahnschrift"/>
                <a:cs typeface="Bahnschrift"/>
              </a:rPr>
              <a:t>Sumit</a:t>
            </a:r>
            <a:r>
              <a:rPr sz="1600" b="1" spc="135" dirty="0">
                <a:solidFill>
                  <a:schemeClr val="accent2">
                    <a:lumMod val="75000"/>
                  </a:schemeClr>
                </a:solidFill>
                <a:latin typeface="Bahnschrift"/>
                <a:cs typeface="Bahnschrift"/>
              </a:rPr>
              <a:t> </a:t>
            </a:r>
            <a:r>
              <a:rPr sz="1600" b="1" spc="-10" dirty="0">
                <a:solidFill>
                  <a:schemeClr val="accent2">
                    <a:lumMod val="75000"/>
                  </a:schemeClr>
                </a:solidFill>
                <a:latin typeface="Bahnschrift"/>
                <a:cs typeface="Bahnschrift"/>
              </a:rPr>
              <a:t>Majumder</a:t>
            </a:r>
            <a:endParaRPr sz="1600" dirty="0">
              <a:solidFill>
                <a:schemeClr val="accent2">
                  <a:lumMod val="75000"/>
                </a:schemeClr>
              </a:solidFill>
              <a:latin typeface="Bahnschrift"/>
              <a:cs typeface="Bahnschrift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Bahnschrift"/>
                <a:cs typeface="Bahnschrift"/>
              </a:rPr>
              <a:t>Asst.</a:t>
            </a:r>
            <a:r>
              <a:rPr sz="1200" spc="70" dirty="0">
                <a:latin typeface="Bahnschrift"/>
                <a:cs typeface="Bahnschrift"/>
              </a:rPr>
              <a:t> </a:t>
            </a:r>
            <a:r>
              <a:rPr sz="1200" spc="-10" dirty="0">
                <a:latin typeface="Bahnschrift"/>
                <a:cs typeface="Bahnschrift"/>
              </a:rPr>
              <a:t>Professor,</a:t>
            </a:r>
            <a:endParaRPr sz="1200" dirty="0">
              <a:latin typeface="Bahnschrift"/>
              <a:cs typeface="Bahnschrift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latin typeface="Bahnschrift"/>
                <a:cs typeface="Bahnschrift"/>
              </a:rPr>
              <a:t>Dept.</a:t>
            </a:r>
            <a:r>
              <a:rPr sz="1200" spc="60" dirty="0">
                <a:latin typeface="Bahnschrift"/>
                <a:cs typeface="Bahnschrift"/>
              </a:rPr>
              <a:t> </a:t>
            </a:r>
            <a:r>
              <a:rPr sz="1200" dirty="0">
                <a:latin typeface="Bahnschrift"/>
                <a:cs typeface="Bahnschrift"/>
              </a:rPr>
              <a:t>of</a:t>
            </a:r>
            <a:r>
              <a:rPr sz="1200" spc="60" dirty="0">
                <a:latin typeface="Bahnschrift"/>
                <a:cs typeface="Bahnschrift"/>
              </a:rPr>
              <a:t> </a:t>
            </a:r>
            <a:r>
              <a:rPr sz="1200" dirty="0">
                <a:latin typeface="Bahnschrift"/>
                <a:cs typeface="Bahnschrift"/>
              </a:rPr>
              <a:t>Biomedical</a:t>
            </a:r>
            <a:r>
              <a:rPr sz="1200" spc="70" dirty="0">
                <a:latin typeface="Bahnschrift"/>
                <a:cs typeface="Bahnschrift"/>
              </a:rPr>
              <a:t> </a:t>
            </a:r>
            <a:r>
              <a:rPr sz="1200" dirty="0">
                <a:latin typeface="Bahnschrift"/>
                <a:cs typeface="Bahnschrift"/>
              </a:rPr>
              <a:t>Engineering,</a:t>
            </a:r>
            <a:r>
              <a:rPr sz="1200" spc="60" dirty="0">
                <a:latin typeface="Bahnschrift"/>
                <a:cs typeface="Bahnschrift"/>
              </a:rPr>
              <a:t> </a:t>
            </a:r>
            <a:r>
              <a:rPr sz="1200" spc="-20" dirty="0">
                <a:latin typeface="Bahnschrift"/>
                <a:cs typeface="Bahnschrift"/>
              </a:rPr>
              <a:t>CUET</a:t>
            </a:r>
            <a:endParaRPr sz="1200" dirty="0">
              <a:latin typeface="Bahnschrift"/>
              <a:cs typeface="Bahnschrift"/>
            </a:endParaRPr>
          </a:p>
        </p:txBody>
      </p:sp>
      <p:sp>
        <p:nvSpPr>
          <p:cNvPr id="154" name="Text Box 6">
            <a:extLst>
              <a:ext uri="{FF2B5EF4-FFF2-40B4-BE49-F238E27FC236}">
                <a16:creationId xmlns:a16="http://schemas.microsoft.com/office/drawing/2014/main" id="{30B17744-C051-311A-F5A5-A811AF6D6E76}"/>
              </a:ext>
            </a:extLst>
          </p:cNvPr>
          <p:cNvSpPr txBox="1"/>
          <p:nvPr/>
        </p:nvSpPr>
        <p:spPr>
          <a:xfrm>
            <a:off x="57228" y="446317"/>
            <a:ext cx="770869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Course Name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sz="2000" dirty="0"/>
              <a:t>Biomedical Modelling &amp; Simulation Sessional</a:t>
            </a: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Course No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sz="2000" dirty="0"/>
              <a:t>BME 310 (Level-3 Term-1)</a:t>
            </a: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Group: </a:t>
            </a:r>
            <a:r>
              <a:rPr lang="en-US" sz="2000" dirty="0"/>
              <a:t>02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            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Submitted By: </a:t>
            </a:r>
          </a:p>
          <a:p>
            <a:pPr lvl="6" algn="just"/>
            <a:r>
              <a:rPr lang="en-US" sz="1600" dirty="0">
                <a:latin typeface="+mn-lt"/>
              </a:rPr>
              <a:t>                      1. </a:t>
            </a:r>
            <a:r>
              <a:rPr lang="en-US" sz="1600" b="1" dirty="0">
                <a:latin typeface="+mn-lt"/>
              </a:rPr>
              <a:t>Md. Ebrahim</a:t>
            </a:r>
            <a:r>
              <a:rPr lang="en-US" sz="1600" dirty="0">
                <a:latin typeface="+mn-lt"/>
              </a:rPr>
              <a:t>(1911006)</a:t>
            </a:r>
          </a:p>
          <a:p>
            <a:pPr lvl="6" algn="just"/>
            <a:r>
              <a:rPr lang="en-US" sz="1600" dirty="0">
                <a:latin typeface="+mn-lt"/>
              </a:rPr>
              <a:t>                      2. </a:t>
            </a:r>
            <a:r>
              <a:rPr lang="en-US" sz="1600" b="1" dirty="0">
                <a:latin typeface="+mn-lt"/>
              </a:rPr>
              <a:t>Asma Sadia</a:t>
            </a:r>
            <a:r>
              <a:rPr lang="en-US" sz="1600" dirty="0">
                <a:latin typeface="+mn-lt"/>
              </a:rPr>
              <a:t>(1911007)</a:t>
            </a:r>
          </a:p>
          <a:p>
            <a:pPr lvl="6" algn="just"/>
            <a:r>
              <a:rPr lang="en-US" sz="1600" dirty="0">
                <a:latin typeface="+mn-lt"/>
              </a:rPr>
              <a:t>                      3. </a:t>
            </a:r>
            <a:r>
              <a:rPr lang="en-US" sz="1600" b="1" dirty="0">
                <a:latin typeface="+mn-lt"/>
              </a:rPr>
              <a:t>Ummul Kainatt</a:t>
            </a:r>
            <a:r>
              <a:rPr lang="en-US" sz="1600" dirty="0">
                <a:latin typeface="+mn-lt"/>
              </a:rPr>
              <a:t>(1911008)</a:t>
            </a:r>
          </a:p>
          <a:p>
            <a:pPr lvl="6" algn="just"/>
            <a:r>
              <a:rPr lang="en-US" sz="1600" dirty="0">
                <a:latin typeface="+mn-lt"/>
              </a:rPr>
              <a:t>                      4. </a:t>
            </a:r>
            <a:r>
              <a:rPr lang="en-US" sz="1600" b="1" dirty="0" err="1">
                <a:latin typeface="+mn-lt"/>
              </a:rPr>
              <a:t>Moontasir</a:t>
            </a:r>
            <a:r>
              <a:rPr lang="en-US" sz="1600" b="1" dirty="0">
                <a:latin typeface="+mn-lt"/>
              </a:rPr>
              <a:t> Bin Salim</a:t>
            </a:r>
            <a:r>
              <a:rPr lang="en-US" sz="1600" dirty="0">
                <a:latin typeface="+mn-lt"/>
              </a:rPr>
              <a:t>(1911009)</a:t>
            </a:r>
          </a:p>
          <a:p>
            <a:pPr lvl="6" algn="just"/>
            <a:r>
              <a:rPr lang="en-US" sz="1600" dirty="0">
                <a:latin typeface="+mn-lt"/>
              </a:rPr>
              <a:t>                      </a:t>
            </a:r>
            <a:r>
              <a:rPr lang="en-US" sz="1600">
                <a:latin typeface="+mn-lt"/>
              </a:rPr>
              <a:t>5. </a:t>
            </a:r>
            <a:r>
              <a:rPr lang="en-US" sz="1600" b="1">
                <a:latin typeface="+mn-lt"/>
              </a:rPr>
              <a:t>Pritam </a:t>
            </a:r>
            <a:r>
              <a:rPr lang="en-US" sz="1600" b="1" dirty="0" err="1">
                <a:latin typeface="+mn-lt"/>
              </a:rPr>
              <a:t>Banik</a:t>
            </a:r>
            <a:r>
              <a:rPr lang="en-US" sz="1600" dirty="0">
                <a:latin typeface="+mn-lt"/>
              </a:rPr>
              <a:t>(1911010)</a:t>
            </a:r>
          </a:p>
          <a:p>
            <a:pPr lvl="6" algn="just"/>
            <a:endParaRPr lang="en-US" sz="160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4556" y="4035742"/>
            <a:ext cx="574344" cy="572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0"/>
            <a:ext cx="7391197" cy="518388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3359" y="296176"/>
            <a:ext cx="4815941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0" dirty="0">
                <a:solidFill>
                  <a:srgbClr val="181818"/>
                </a:solidFill>
              </a:rPr>
              <a:t>CONTENTS</a:t>
            </a:r>
            <a:endParaRPr spc="150" dirty="0">
              <a:solidFill>
                <a:srgbClr val="18181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9039" y="31851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8513" y="31851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7988" y="31851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190514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91"/>
                </a:moveTo>
                <a:lnTo>
                  <a:pt x="0" y="0"/>
                </a:lnTo>
                <a:lnTo>
                  <a:pt x="2476" y="2468"/>
                </a:lnTo>
                <a:lnTo>
                  <a:pt x="2476" y="21823"/>
                </a:lnTo>
                <a:lnTo>
                  <a:pt x="0" y="2429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9039" y="33294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01" y="7848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8513" y="33294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988" y="33294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3334842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7"/>
                </a:moveTo>
                <a:lnTo>
                  <a:pt x="0" y="0"/>
                </a:lnTo>
                <a:lnTo>
                  <a:pt x="2476" y="2476"/>
                </a:lnTo>
                <a:lnTo>
                  <a:pt x="2476" y="21818"/>
                </a:lnTo>
                <a:lnTo>
                  <a:pt x="0" y="24287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039" y="34737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38"/>
                </a:lnTo>
                <a:lnTo>
                  <a:pt x="35001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513" y="34737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39"/>
                </a:moveTo>
                <a:lnTo>
                  <a:pt x="7835" y="35039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988" y="34737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39"/>
                </a:moveTo>
                <a:lnTo>
                  <a:pt x="7835" y="35039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3479148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6"/>
                </a:moveTo>
                <a:lnTo>
                  <a:pt x="0" y="0"/>
                </a:lnTo>
                <a:lnTo>
                  <a:pt x="2476" y="2480"/>
                </a:lnTo>
                <a:lnTo>
                  <a:pt x="2476" y="21809"/>
                </a:lnTo>
                <a:lnTo>
                  <a:pt x="0" y="2428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9039" y="36181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513" y="36181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7988" y="36181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3623479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78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01"/>
                </a:lnTo>
                <a:lnTo>
                  <a:pt x="0" y="2427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9039" y="37624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38"/>
                </a:lnTo>
                <a:lnTo>
                  <a:pt x="35001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8513" y="37624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988" y="37624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767794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73"/>
                </a:moveTo>
                <a:lnTo>
                  <a:pt x="0" y="0"/>
                </a:lnTo>
                <a:lnTo>
                  <a:pt x="2476" y="2480"/>
                </a:lnTo>
                <a:lnTo>
                  <a:pt x="2476" y="21797"/>
                </a:lnTo>
                <a:lnTo>
                  <a:pt x="0" y="2427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9039" y="39067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8513" y="39067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7988" y="39067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3912099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303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27"/>
                </a:lnTo>
                <a:lnTo>
                  <a:pt x="0" y="2430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9039" y="40510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8513" y="40510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7988" y="40510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0" y="4056422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2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01"/>
                </a:lnTo>
                <a:lnTo>
                  <a:pt x="0" y="2428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9039" y="419538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8513" y="419538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7988" y="419538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0" y="4200744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3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14"/>
                </a:lnTo>
                <a:lnTo>
                  <a:pt x="0" y="2428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89039" y="43349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8513" y="43349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7988" y="43349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0" y="4340287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91"/>
                </a:moveTo>
                <a:lnTo>
                  <a:pt x="0" y="0"/>
                </a:lnTo>
                <a:lnTo>
                  <a:pt x="2476" y="2464"/>
                </a:lnTo>
                <a:lnTo>
                  <a:pt x="2476" y="21819"/>
                </a:lnTo>
                <a:lnTo>
                  <a:pt x="0" y="2429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9039" y="44792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01" y="7848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7988" y="44792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0" y="4484611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91"/>
                </a:moveTo>
                <a:lnTo>
                  <a:pt x="0" y="0"/>
                </a:lnTo>
                <a:lnTo>
                  <a:pt x="2476" y="2476"/>
                </a:lnTo>
                <a:lnTo>
                  <a:pt x="2476" y="21818"/>
                </a:lnTo>
                <a:lnTo>
                  <a:pt x="0" y="2429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8513" y="462353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51"/>
                </a:moveTo>
                <a:lnTo>
                  <a:pt x="7835" y="35051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65" y="3505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7988" y="462353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51"/>
                </a:moveTo>
                <a:lnTo>
                  <a:pt x="7835" y="35051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90" y="3505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0" y="4628917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90"/>
                </a:moveTo>
                <a:lnTo>
                  <a:pt x="0" y="0"/>
                </a:lnTo>
                <a:lnTo>
                  <a:pt x="2476" y="2480"/>
                </a:lnTo>
                <a:lnTo>
                  <a:pt x="2476" y="21809"/>
                </a:lnTo>
                <a:lnTo>
                  <a:pt x="0" y="24290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89039" y="47678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48513" y="47678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07988" y="47678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0" y="4773248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2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01"/>
                </a:lnTo>
                <a:lnTo>
                  <a:pt x="0" y="2428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9039" y="491218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38"/>
                </a:lnTo>
                <a:lnTo>
                  <a:pt x="35001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48513" y="491218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7988" y="491218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0" y="4917563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73"/>
                </a:moveTo>
                <a:lnTo>
                  <a:pt x="0" y="0"/>
                </a:lnTo>
                <a:lnTo>
                  <a:pt x="2476" y="2480"/>
                </a:lnTo>
                <a:lnTo>
                  <a:pt x="2476" y="21797"/>
                </a:lnTo>
                <a:lnTo>
                  <a:pt x="0" y="2427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89039" y="505650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52"/>
                </a:moveTo>
                <a:lnTo>
                  <a:pt x="7835" y="35052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48513" y="505650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52"/>
                </a:moveTo>
                <a:lnTo>
                  <a:pt x="7835" y="35052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7988" y="505650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52"/>
                </a:moveTo>
                <a:lnTo>
                  <a:pt x="7835" y="35052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EFEF147-1DB5-EBDC-406C-86EFBADDD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93820"/>
            <a:ext cx="1142949" cy="12496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54251" y="3778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54251" y="51838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54251" y="65891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78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78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54251" y="79945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10" y="35001"/>
                </a:lnTo>
                <a:lnTo>
                  <a:pt x="0" y="27190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54251" y="968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78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78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54251" y="2373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98548" y="3778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98548" y="51838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98548" y="65891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78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78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98548" y="79945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98548" y="968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78"/>
                </a:lnTo>
                <a:lnTo>
                  <a:pt x="0" y="7823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27178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98548" y="2373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42858" y="3778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42858" y="51838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42858" y="65891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78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78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42858" y="79945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23"/>
                </a:lnTo>
                <a:lnTo>
                  <a:pt x="35039" y="27190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42858" y="968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78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23"/>
                </a:lnTo>
                <a:lnTo>
                  <a:pt x="35039" y="27178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42858" y="2373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487194" y="3778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487194" y="51838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487194" y="65891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35" y="35026"/>
                </a:lnTo>
                <a:lnTo>
                  <a:pt x="0" y="27178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78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87194" y="79945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487194" y="968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78"/>
                </a:lnTo>
                <a:lnTo>
                  <a:pt x="0" y="7823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78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487194" y="2373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31504" y="3778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31504" y="51838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31504" y="65891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48" y="35026"/>
                </a:lnTo>
                <a:lnTo>
                  <a:pt x="0" y="27178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78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31504" y="79945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31504" y="968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78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78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31504" y="2373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775827" y="3778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75827" y="51838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775827" y="65891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23" y="35026"/>
                </a:lnTo>
                <a:lnTo>
                  <a:pt x="0" y="27178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78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775827" y="79945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23"/>
                </a:lnTo>
                <a:lnTo>
                  <a:pt x="35039" y="27190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775827" y="968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23" y="35013"/>
                </a:lnTo>
                <a:lnTo>
                  <a:pt x="0" y="27178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23"/>
                </a:lnTo>
                <a:lnTo>
                  <a:pt x="35039" y="27178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775827" y="2373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77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920150" y="3778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920150" y="51838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920150" y="65891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23" y="35026"/>
                </a:lnTo>
                <a:lnTo>
                  <a:pt x="0" y="27178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78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920150" y="79945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920150" y="968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78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78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920150" y="2373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064472" y="3778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35"/>
                </a:lnTo>
                <a:lnTo>
                  <a:pt x="34988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064472" y="51838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35"/>
                </a:lnTo>
                <a:lnTo>
                  <a:pt x="34988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064472" y="65891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23" y="35026"/>
                </a:lnTo>
                <a:lnTo>
                  <a:pt x="0" y="27178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35"/>
                </a:lnTo>
                <a:lnTo>
                  <a:pt x="34988" y="27178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064472" y="79945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23"/>
                </a:lnTo>
                <a:lnTo>
                  <a:pt x="34988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064472" y="968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78"/>
                </a:lnTo>
                <a:lnTo>
                  <a:pt x="0" y="7823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23"/>
                </a:lnTo>
                <a:lnTo>
                  <a:pt x="34988" y="27178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064472" y="2373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4988" y="7848"/>
                </a:lnTo>
                <a:lnTo>
                  <a:pt x="34988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463359" y="296176"/>
            <a:ext cx="4815941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85" dirty="0"/>
              <a:t>INTRODUCTION</a:t>
            </a:r>
            <a:endParaRPr spc="185" dirty="0"/>
          </a:p>
        </p:txBody>
      </p:sp>
      <p:sp>
        <p:nvSpPr>
          <p:cNvPr id="52" name="object 52"/>
          <p:cNvSpPr txBox="1"/>
          <p:nvPr/>
        </p:nvSpPr>
        <p:spPr>
          <a:xfrm>
            <a:off x="1142949" y="2993760"/>
            <a:ext cx="6338570" cy="18535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95"/>
              </a:spcBef>
            </a:pPr>
            <a:r>
              <a:rPr sz="1600" b="1" u="sng" spc="80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Human</a:t>
            </a:r>
            <a:r>
              <a:rPr sz="16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Gait</a:t>
            </a:r>
            <a:r>
              <a:rPr sz="1600" b="1" spc="5" dirty="0">
                <a:solidFill>
                  <a:srgbClr val="1E626E"/>
                </a:solid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34249"/>
                </a:solidFill>
                <a:uFill>
                  <a:solidFill>
                    <a:srgbClr val="134249"/>
                  </a:solidFill>
                </a:uFill>
                <a:latin typeface="Arial"/>
                <a:cs typeface="Arial"/>
              </a:rPr>
              <a:t>:</a:t>
            </a:r>
            <a:r>
              <a:rPr sz="1600" b="1" spc="335" dirty="0">
                <a:solidFill>
                  <a:srgbClr val="13424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E3535"/>
                </a:solidFill>
                <a:latin typeface="Lucida Sans"/>
                <a:cs typeface="Lucida Sans"/>
              </a:rPr>
              <a:t>Human</a:t>
            </a:r>
            <a:r>
              <a:rPr sz="1200" spc="-5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gait</a:t>
            </a:r>
            <a:r>
              <a:rPr sz="1200" spc="-4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50" dirty="0">
                <a:solidFill>
                  <a:srgbClr val="2E3535"/>
                </a:solidFill>
                <a:latin typeface="Lucida Sans"/>
                <a:cs typeface="Lucida Sans"/>
              </a:rPr>
              <a:t>is</a:t>
            </a:r>
            <a:r>
              <a:rPr sz="1200" spc="-4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the</a:t>
            </a:r>
            <a:r>
              <a:rPr sz="1200" spc="-5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2E3535"/>
                </a:solidFill>
                <a:latin typeface="Lucida Sans"/>
                <a:cs typeface="Lucida Sans"/>
              </a:rPr>
              <a:t>way</a:t>
            </a:r>
            <a:r>
              <a:rPr sz="1200" spc="-5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people</a:t>
            </a:r>
            <a:r>
              <a:rPr sz="1200" spc="-5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b="1" spc="60" dirty="0">
                <a:solidFill>
                  <a:srgbClr val="FF0000"/>
                </a:solidFill>
                <a:latin typeface="Arial"/>
                <a:cs typeface="Arial"/>
              </a:rPr>
              <a:t>walk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 or run</a:t>
            </a:r>
            <a:r>
              <a:rPr sz="1200" dirty="0">
                <a:solidFill>
                  <a:srgbClr val="2E3535"/>
                </a:solidFill>
                <a:latin typeface="Lucida Sans"/>
                <a:cs typeface="Lucida Sans"/>
              </a:rPr>
              <a:t>,</a:t>
            </a:r>
            <a:r>
              <a:rPr sz="1200" spc="-5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2E3535"/>
                </a:solidFill>
                <a:latin typeface="Lucida Sans"/>
                <a:cs typeface="Lucida Sans"/>
              </a:rPr>
              <a:t>involving</a:t>
            </a:r>
            <a:r>
              <a:rPr sz="1200" spc="-4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b="1" spc="-10" dirty="0">
                <a:solidFill>
                  <a:srgbClr val="2E3535"/>
                </a:solidFill>
                <a:latin typeface="Arial"/>
                <a:cs typeface="Arial"/>
              </a:rPr>
              <a:t>coordinated </a:t>
            </a:r>
            <a:r>
              <a:rPr sz="1200" b="1" spc="45" dirty="0">
                <a:solidFill>
                  <a:srgbClr val="2E3535"/>
                </a:solidFill>
                <a:latin typeface="Arial"/>
                <a:cs typeface="Arial"/>
              </a:rPr>
              <a:t>movements</a:t>
            </a:r>
            <a:r>
              <a:rPr sz="1200" b="1" spc="-20" dirty="0">
                <a:solidFill>
                  <a:srgbClr val="2E3535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E3535"/>
                </a:solidFill>
                <a:latin typeface="Lucida Sans"/>
                <a:cs typeface="Lucida Sans"/>
              </a:rPr>
              <a:t>of</a:t>
            </a:r>
            <a:r>
              <a:rPr sz="1200" spc="-6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30" dirty="0">
                <a:solidFill>
                  <a:srgbClr val="2E3535"/>
                </a:solidFill>
                <a:latin typeface="Lucida Sans"/>
                <a:cs typeface="Lucida Sans"/>
              </a:rPr>
              <a:t>limbs</a:t>
            </a:r>
            <a:r>
              <a:rPr sz="1200" spc="-6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and</a:t>
            </a:r>
            <a:r>
              <a:rPr sz="1200" spc="-6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2E3535"/>
                </a:solidFill>
                <a:latin typeface="Lucida Sans"/>
                <a:cs typeface="Lucida Sans"/>
              </a:rPr>
              <a:t>body</a:t>
            </a:r>
            <a:r>
              <a:rPr sz="1200" spc="-6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30" dirty="0">
                <a:solidFill>
                  <a:srgbClr val="2E3535"/>
                </a:solidFill>
                <a:latin typeface="Lucida Sans"/>
                <a:cs typeface="Lucida Sans"/>
              </a:rPr>
              <a:t>parts.</a:t>
            </a:r>
            <a:r>
              <a:rPr sz="1200" spc="-6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2E3535"/>
                </a:solidFill>
                <a:latin typeface="Lucida Sans"/>
                <a:cs typeface="Lucida Sans"/>
              </a:rPr>
              <a:t>It's</a:t>
            </a:r>
            <a:r>
              <a:rPr sz="1200" spc="-6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2E3535"/>
                </a:solidFill>
                <a:latin typeface="Lucida Sans"/>
                <a:cs typeface="Lucida Sans"/>
              </a:rPr>
              <a:t>how</a:t>
            </a:r>
            <a:r>
              <a:rPr sz="1200" spc="-6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2E3535"/>
                </a:solidFill>
                <a:latin typeface="Lucida Sans"/>
                <a:cs typeface="Lucida Sans"/>
              </a:rPr>
              <a:t>we</a:t>
            </a:r>
            <a:r>
              <a:rPr sz="1200" spc="-6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move</a:t>
            </a:r>
            <a:r>
              <a:rPr sz="1200" spc="-6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and</a:t>
            </a:r>
            <a:r>
              <a:rPr sz="1200" spc="-6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30" dirty="0">
                <a:solidFill>
                  <a:srgbClr val="2E3535"/>
                </a:solidFill>
                <a:latin typeface="Lucida Sans"/>
                <a:cs typeface="Lucida Sans"/>
              </a:rPr>
              <a:t>includes</a:t>
            </a:r>
            <a:r>
              <a:rPr sz="1200" spc="-6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2E3535"/>
                </a:solidFill>
                <a:latin typeface="Lucida Sans"/>
                <a:cs typeface="Lucida Sans"/>
              </a:rPr>
              <a:t>things</a:t>
            </a:r>
            <a:r>
              <a:rPr sz="1200" spc="-6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35" dirty="0">
                <a:solidFill>
                  <a:srgbClr val="2E3535"/>
                </a:solidFill>
                <a:latin typeface="Lucida Sans"/>
                <a:cs typeface="Lucida Sans"/>
              </a:rPr>
              <a:t>like</a:t>
            </a:r>
            <a:r>
              <a:rPr sz="1200" spc="-6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lang="en-US" sz="1200" spc="-10" dirty="0">
                <a:solidFill>
                  <a:srgbClr val="FF0000"/>
                </a:solidFill>
                <a:latin typeface="Lucida Sans"/>
                <a:cs typeface="Lucida Sans"/>
              </a:rPr>
              <a:t>P</a:t>
            </a:r>
            <a:r>
              <a:rPr sz="1200" spc="-10" dirty="0">
                <a:solidFill>
                  <a:srgbClr val="FF0000"/>
                </a:solidFill>
                <a:latin typeface="Lucida Sans"/>
                <a:cs typeface="Lucida Sans"/>
              </a:rPr>
              <a:t>osture, </a:t>
            </a:r>
            <a:r>
              <a:rPr lang="en-US" sz="1200" spc="-25" dirty="0">
                <a:solidFill>
                  <a:srgbClr val="FF0000"/>
                </a:solidFill>
                <a:latin typeface="Lucida Sans"/>
                <a:cs typeface="Lucida Sans"/>
              </a:rPr>
              <a:t>R</a:t>
            </a:r>
            <a:r>
              <a:rPr sz="1200" spc="-25" dirty="0">
                <a:solidFill>
                  <a:srgbClr val="FF0000"/>
                </a:solidFill>
                <a:latin typeface="Lucida Sans"/>
                <a:cs typeface="Lucida Sans"/>
              </a:rPr>
              <a:t>hythm,</a:t>
            </a:r>
            <a:r>
              <a:rPr sz="1200" spc="-60" dirty="0">
                <a:solidFill>
                  <a:srgbClr val="FF0000"/>
                </a:solidFill>
                <a:latin typeface="Lucida Sans"/>
                <a:cs typeface="Lucida Sans"/>
              </a:rPr>
              <a:t> </a:t>
            </a:r>
            <a:r>
              <a:rPr lang="en-US" sz="1200" spc="-10" dirty="0">
                <a:solidFill>
                  <a:srgbClr val="FF0000"/>
                </a:solidFill>
                <a:latin typeface="Lucida Sans"/>
                <a:cs typeface="Lucida Sans"/>
              </a:rPr>
              <a:t>&amp;</a:t>
            </a:r>
            <a:r>
              <a:rPr sz="1200" spc="-55" dirty="0">
                <a:solidFill>
                  <a:srgbClr val="FF0000"/>
                </a:solidFill>
                <a:latin typeface="Lucida Sans"/>
                <a:cs typeface="Lucida Sans"/>
              </a:rPr>
              <a:t> </a:t>
            </a:r>
            <a:r>
              <a:rPr lang="en-US" sz="1200" spc="-30" dirty="0">
                <a:solidFill>
                  <a:srgbClr val="FF0000"/>
                </a:solidFill>
                <a:latin typeface="Lucida Sans"/>
                <a:cs typeface="Lucida Sans"/>
              </a:rPr>
              <a:t>M</a:t>
            </a:r>
            <a:r>
              <a:rPr sz="1200" spc="-30" dirty="0">
                <a:solidFill>
                  <a:srgbClr val="FF0000"/>
                </a:solidFill>
                <a:latin typeface="Lucida Sans"/>
                <a:cs typeface="Lucida Sans"/>
              </a:rPr>
              <a:t>otion.</a:t>
            </a:r>
            <a:r>
              <a:rPr sz="1200" spc="-6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Gait</a:t>
            </a:r>
            <a:r>
              <a:rPr sz="1200" spc="-5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30" dirty="0">
                <a:solidFill>
                  <a:srgbClr val="2E3535"/>
                </a:solidFill>
                <a:latin typeface="Lucida Sans"/>
                <a:cs typeface="Lucida Sans"/>
              </a:rPr>
              <a:t>analysis</a:t>
            </a:r>
            <a:r>
              <a:rPr sz="1200" spc="-5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30" dirty="0">
                <a:solidFill>
                  <a:srgbClr val="2E3535"/>
                </a:solidFill>
                <a:latin typeface="Lucida Sans"/>
                <a:cs typeface="Lucida Sans"/>
              </a:rPr>
              <a:t>studies</a:t>
            </a:r>
            <a:r>
              <a:rPr sz="1200" spc="-5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30" dirty="0">
                <a:solidFill>
                  <a:srgbClr val="2E3535"/>
                </a:solidFill>
                <a:latin typeface="Lucida Sans"/>
                <a:cs typeface="Lucida Sans"/>
              </a:rPr>
              <a:t>this</a:t>
            </a:r>
            <a:r>
              <a:rPr sz="1200" spc="-5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movement</a:t>
            </a:r>
            <a:r>
              <a:rPr sz="1200" spc="-5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for</a:t>
            </a:r>
            <a:r>
              <a:rPr sz="1200" spc="-5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health</a:t>
            </a:r>
            <a:r>
              <a:rPr sz="1200" spc="-6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and</a:t>
            </a:r>
            <a:r>
              <a:rPr sz="1200" spc="-5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biomechanical insights</a:t>
            </a:r>
            <a:endParaRPr sz="1200" dirty="0">
              <a:latin typeface="Lucida Sans"/>
              <a:cs typeface="Lucida Sans"/>
            </a:endParaRPr>
          </a:p>
          <a:p>
            <a:pPr marL="12700" marR="68580">
              <a:lnSpc>
                <a:spcPct val="100000"/>
              </a:lnSpc>
              <a:spcBef>
                <a:spcPts val="1440"/>
              </a:spcBef>
            </a:pPr>
            <a:r>
              <a:rPr sz="1600" b="1" u="sng" spc="9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Minimum</a:t>
            </a:r>
            <a:r>
              <a:rPr sz="1600" b="1" u="sng" spc="4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60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foot</a:t>
            </a:r>
            <a:r>
              <a:rPr sz="1600" b="1" u="sng" spc="4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clearance</a:t>
            </a:r>
            <a:r>
              <a:rPr sz="1600" b="1" spc="45" dirty="0">
                <a:solidFill>
                  <a:srgbClr val="1E626E"/>
                </a:solidFill>
                <a:latin typeface="Arial"/>
                <a:cs typeface="Arial"/>
              </a:rPr>
              <a:t> </a:t>
            </a:r>
            <a:r>
              <a:rPr sz="1600" b="1" u="sng" spc="-8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:</a:t>
            </a:r>
            <a:r>
              <a:rPr sz="1600" b="1" spc="-75" dirty="0">
                <a:solidFill>
                  <a:srgbClr val="1E626E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Lowest</a:t>
            </a:r>
            <a:r>
              <a:rPr sz="12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point</a:t>
            </a:r>
            <a:r>
              <a:rPr sz="12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E3535"/>
                </a:solidFill>
                <a:latin typeface="Lucida Sans"/>
                <a:cs typeface="Lucida Sans"/>
              </a:rPr>
              <a:t>of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 the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2E3535"/>
                </a:solidFill>
                <a:latin typeface="Lucida Sans"/>
                <a:cs typeface="Lucida Sans"/>
              </a:rPr>
              <a:t>foot</a:t>
            </a:r>
            <a:r>
              <a:rPr sz="1200" spc="-1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above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the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 ground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 during </a:t>
            </a:r>
            <a:r>
              <a:rPr sz="1200" spc="-25" dirty="0">
                <a:solidFill>
                  <a:srgbClr val="2E3535"/>
                </a:solidFill>
                <a:latin typeface="Lucida Sans"/>
                <a:cs typeface="Lucida Sans"/>
              </a:rPr>
              <a:t>walking</a:t>
            </a:r>
            <a:r>
              <a:rPr sz="1200" spc="-7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2E3535"/>
                </a:solidFill>
                <a:latin typeface="Lucida Sans"/>
                <a:cs typeface="Lucida Sans"/>
              </a:rPr>
              <a:t>or</a:t>
            </a:r>
            <a:r>
              <a:rPr sz="1200" spc="-7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running.</a:t>
            </a:r>
            <a:endParaRPr sz="1200" dirty="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600" b="1" u="sng" spc="9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Minimum</a:t>
            </a:r>
            <a:r>
              <a:rPr sz="1600" b="1" u="sng" spc="4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spc="60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foot</a:t>
            </a:r>
            <a:r>
              <a:rPr sz="1600" b="1" u="sng" spc="4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clearance</a:t>
            </a:r>
            <a:r>
              <a:rPr sz="1600" b="1" u="sng" spc="4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:</a:t>
            </a:r>
            <a:r>
              <a:rPr sz="1600" b="1" spc="409" dirty="0">
                <a:solidFill>
                  <a:srgbClr val="1E626E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Highest</a:t>
            </a:r>
            <a:r>
              <a:rPr sz="12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point</a:t>
            </a:r>
            <a:r>
              <a:rPr sz="12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the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2E3535"/>
                </a:solidFill>
                <a:latin typeface="Lucida Sans"/>
                <a:cs typeface="Lucida Sans"/>
              </a:rPr>
              <a:t>foot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reaches</a:t>
            </a:r>
            <a:r>
              <a:rPr sz="1200" spc="-1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above</a:t>
            </a:r>
            <a:r>
              <a:rPr sz="1200" spc="-20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the</a:t>
            </a:r>
            <a:r>
              <a:rPr sz="1200" spc="-15" dirty="0">
                <a:solidFill>
                  <a:srgbClr val="2E3535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2E3535"/>
                </a:solidFill>
                <a:latin typeface="Lucida Sans"/>
                <a:cs typeface="Lucida Sans"/>
              </a:rPr>
              <a:t>ground.</a:t>
            </a:r>
            <a:endParaRPr sz="1200" dirty="0">
              <a:latin typeface="Lucida Sans"/>
              <a:cs typeface="Lucida Sans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9267" y="4127995"/>
            <a:ext cx="574344" cy="572757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5390" y="832539"/>
            <a:ext cx="4579620" cy="200558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C0C14C9-69CF-0811-89E6-684CF4567F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9039" y="31851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8513" y="31851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7988" y="318516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190514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91"/>
                </a:moveTo>
                <a:lnTo>
                  <a:pt x="0" y="0"/>
                </a:lnTo>
                <a:lnTo>
                  <a:pt x="2476" y="2468"/>
                </a:lnTo>
                <a:lnTo>
                  <a:pt x="2476" y="21823"/>
                </a:lnTo>
                <a:lnTo>
                  <a:pt x="0" y="2429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9039" y="33294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01" y="7848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8513" y="33294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988" y="33294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3334842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7"/>
                </a:moveTo>
                <a:lnTo>
                  <a:pt x="0" y="0"/>
                </a:lnTo>
                <a:lnTo>
                  <a:pt x="2476" y="2476"/>
                </a:lnTo>
                <a:lnTo>
                  <a:pt x="2476" y="21818"/>
                </a:lnTo>
                <a:lnTo>
                  <a:pt x="0" y="24287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039" y="34737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38"/>
                </a:lnTo>
                <a:lnTo>
                  <a:pt x="35001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513" y="34737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39"/>
                </a:moveTo>
                <a:lnTo>
                  <a:pt x="7835" y="35039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988" y="34737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39"/>
                </a:moveTo>
                <a:lnTo>
                  <a:pt x="7835" y="35039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3479148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6"/>
                </a:moveTo>
                <a:lnTo>
                  <a:pt x="0" y="0"/>
                </a:lnTo>
                <a:lnTo>
                  <a:pt x="2476" y="2480"/>
                </a:lnTo>
                <a:lnTo>
                  <a:pt x="2476" y="21809"/>
                </a:lnTo>
                <a:lnTo>
                  <a:pt x="0" y="2428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9039" y="36181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513" y="36181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7988" y="36181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3623479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78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01"/>
                </a:lnTo>
                <a:lnTo>
                  <a:pt x="0" y="2427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9039" y="37624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38"/>
                </a:lnTo>
                <a:lnTo>
                  <a:pt x="35001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8513" y="37624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988" y="37624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767794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73"/>
                </a:moveTo>
                <a:lnTo>
                  <a:pt x="0" y="0"/>
                </a:lnTo>
                <a:lnTo>
                  <a:pt x="2476" y="2480"/>
                </a:lnTo>
                <a:lnTo>
                  <a:pt x="2476" y="21797"/>
                </a:lnTo>
                <a:lnTo>
                  <a:pt x="0" y="2427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9039" y="39067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8513" y="39067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7988" y="39067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3912099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303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27"/>
                </a:lnTo>
                <a:lnTo>
                  <a:pt x="0" y="2430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9039" y="40510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8513" y="40510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7988" y="405105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0" y="4056422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2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01"/>
                </a:lnTo>
                <a:lnTo>
                  <a:pt x="0" y="2428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9039" y="419538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8513" y="419538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7988" y="419538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0" y="4200744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3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14"/>
                </a:lnTo>
                <a:lnTo>
                  <a:pt x="0" y="2428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89039" y="43349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8513" y="43349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7988" y="43349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0" y="4340287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91"/>
                </a:moveTo>
                <a:lnTo>
                  <a:pt x="0" y="0"/>
                </a:lnTo>
                <a:lnTo>
                  <a:pt x="2476" y="2464"/>
                </a:lnTo>
                <a:lnTo>
                  <a:pt x="2476" y="21819"/>
                </a:lnTo>
                <a:lnTo>
                  <a:pt x="0" y="2429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9039" y="44792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01" y="7848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48513" y="44792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7988" y="44792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0" y="4484611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91"/>
                </a:moveTo>
                <a:lnTo>
                  <a:pt x="0" y="0"/>
                </a:lnTo>
                <a:lnTo>
                  <a:pt x="2476" y="2476"/>
                </a:lnTo>
                <a:lnTo>
                  <a:pt x="2476" y="21818"/>
                </a:lnTo>
                <a:lnTo>
                  <a:pt x="0" y="2429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89039" y="462353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51"/>
                </a:moveTo>
                <a:lnTo>
                  <a:pt x="7835" y="35051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38"/>
                </a:lnTo>
                <a:lnTo>
                  <a:pt x="35001" y="27190"/>
                </a:lnTo>
                <a:lnTo>
                  <a:pt x="27190" y="3505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8513" y="462353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51"/>
                </a:moveTo>
                <a:lnTo>
                  <a:pt x="7835" y="35051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65" y="3505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7988" y="462353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51"/>
                </a:moveTo>
                <a:lnTo>
                  <a:pt x="7835" y="35051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90" y="3505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0" y="4628917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90"/>
                </a:moveTo>
                <a:lnTo>
                  <a:pt x="0" y="0"/>
                </a:lnTo>
                <a:lnTo>
                  <a:pt x="2476" y="2480"/>
                </a:lnTo>
                <a:lnTo>
                  <a:pt x="2476" y="21809"/>
                </a:lnTo>
                <a:lnTo>
                  <a:pt x="0" y="24290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89039" y="47678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48513" y="47678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07988" y="47678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0" y="4773248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82"/>
                </a:moveTo>
                <a:lnTo>
                  <a:pt x="0" y="0"/>
                </a:lnTo>
                <a:lnTo>
                  <a:pt x="2476" y="2472"/>
                </a:lnTo>
                <a:lnTo>
                  <a:pt x="2476" y="21801"/>
                </a:lnTo>
                <a:lnTo>
                  <a:pt x="0" y="2428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9039" y="491218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38"/>
                </a:lnTo>
                <a:lnTo>
                  <a:pt x="35001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48513" y="491218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7988" y="491218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0" y="4917563"/>
            <a:ext cx="2540" cy="24765"/>
          </a:xfrm>
          <a:custGeom>
            <a:avLst/>
            <a:gdLst/>
            <a:ahLst/>
            <a:cxnLst/>
            <a:rect l="l" t="t" r="r" b="b"/>
            <a:pathLst>
              <a:path w="2540" h="24764">
                <a:moveTo>
                  <a:pt x="0" y="24273"/>
                </a:moveTo>
                <a:lnTo>
                  <a:pt x="0" y="0"/>
                </a:lnTo>
                <a:lnTo>
                  <a:pt x="2476" y="2480"/>
                </a:lnTo>
                <a:lnTo>
                  <a:pt x="2476" y="21797"/>
                </a:lnTo>
                <a:lnTo>
                  <a:pt x="0" y="2427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89039" y="505650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52"/>
                </a:moveTo>
                <a:lnTo>
                  <a:pt x="7835" y="35052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48513" y="505650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52"/>
                </a:moveTo>
                <a:lnTo>
                  <a:pt x="7835" y="35052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7988" y="505650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52"/>
                </a:moveTo>
                <a:lnTo>
                  <a:pt x="7835" y="35052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0" y="4678641"/>
            <a:ext cx="9144000" cy="407670"/>
            <a:chOff x="0" y="4678641"/>
            <a:chExt cx="9144000" cy="407670"/>
          </a:xfrm>
        </p:grpSpPr>
        <p:sp>
          <p:nvSpPr>
            <p:cNvPr id="58" name="object 58"/>
            <p:cNvSpPr/>
            <p:nvPr/>
          </p:nvSpPr>
          <p:spPr>
            <a:xfrm>
              <a:off x="0" y="5061868"/>
              <a:ext cx="2540" cy="24765"/>
            </a:xfrm>
            <a:custGeom>
              <a:avLst/>
              <a:gdLst/>
              <a:ahLst/>
              <a:cxnLst/>
              <a:rect l="l" t="t" r="r" b="b"/>
              <a:pathLst>
                <a:path w="2540" h="24764">
                  <a:moveTo>
                    <a:pt x="0" y="24307"/>
                  </a:moveTo>
                  <a:lnTo>
                    <a:pt x="0" y="0"/>
                  </a:lnTo>
                  <a:lnTo>
                    <a:pt x="2476" y="2472"/>
                  </a:lnTo>
                  <a:lnTo>
                    <a:pt x="2476" y="21827"/>
                  </a:lnTo>
                  <a:lnTo>
                    <a:pt x="0" y="24307"/>
                  </a:lnTo>
                  <a:close/>
                </a:path>
              </a:pathLst>
            </a:custGeom>
            <a:solidFill>
              <a:srgbClr val="FF9C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0" y="4678641"/>
              <a:ext cx="9144000" cy="381635"/>
            </a:xfrm>
            <a:custGeom>
              <a:avLst/>
              <a:gdLst/>
              <a:ahLst/>
              <a:cxnLst/>
              <a:rect l="l" t="t" r="r" b="b"/>
              <a:pathLst>
                <a:path w="9144000" h="381635">
                  <a:moveTo>
                    <a:pt x="3412171" y="370738"/>
                  </a:moveTo>
                  <a:lnTo>
                    <a:pt x="3392957" y="370738"/>
                  </a:lnTo>
                  <a:lnTo>
                    <a:pt x="3411816" y="370586"/>
                  </a:lnTo>
                  <a:lnTo>
                    <a:pt x="3401974" y="304482"/>
                  </a:lnTo>
                  <a:lnTo>
                    <a:pt x="3440836" y="8242"/>
                  </a:lnTo>
                  <a:lnTo>
                    <a:pt x="3451225" y="0"/>
                  </a:lnTo>
                  <a:lnTo>
                    <a:pt x="3453599" y="558"/>
                  </a:lnTo>
                  <a:lnTo>
                    <a:pt x="3460210" y="10731"/>
                  </a:lnTo>
                  <a:lnTo>
                    <a:pt x="3459721" y="10731"/>
                  </a:lnTo>
                  <a:lnTo>
                    <a:pt x="3440912" y="11264"/>
                  </a:lnTo>
                  <a:lnTo>
                    <a:pt x="3451978" y="69351"/>
                  </a:lnTo>
                  <a:lnTo>
                    <a:pt x="3412171" y="370738"/>
                  </a:lnTo>
                  <a:close/>
                </a:path>
                <a:path w="9144000" h="381635">
                  <a:moveTo>
                    <a:pt x="3451978" y="69351"/>
                  </a:moveTo>
                  <a:lnTo>
                    <a:pt x="3440912" y="11264"/>
                  </a:lnTo>
                  <a:lnTo>
                    <a:pt x="3459721" y="10731"/>
                  </a:lnTo>
                  <a:lnTo>
                    <a:pt x="3451978" y="69351"/>
                  </a:lnTo>
                  <a:close/>
                </a:path>
                <a:path w="9144000" h="381635">
                  <a:moveTo>
                    <a:pt x="3503929" y="306197"/>
                  </a:moveTo>
                  <a:lnTo>
                    <a:pt x="3451978" y="69351"/>
                  </a:lnTo>
                  <a:lnTo>
                    <a:pt x="3459721" y="10731"/>
                  </a:lnTo>
                  <a:lnTo>
                    <a:pt x="3460210" y="10731"/>
                  </a:lnTo>
                  <a:lnTo>
                    <a:pt x="3504221" y="241757"/>
                  </a:lnTo>
                  <a:lnTo>
                    <a:pt x="3495598" y="295211"/>
                  </a:lnTo>
                  <a:lnTo>
                    <a:pt x="3514897" y="295211"/>
                  </a:lnTo>
                  <a:lnTo>
                    <a:pt x="3506342" y="306158"/>
                  </a:lnTo>
                  <a:lnTo>
                    <a:pt x="3503929" y="306197"/>
                  </a:lnTo>
                  <a:close/>
                </a:path>
                <a:path w="9144000" h="381635">
                  <a:moveTo>
                    <a:pt x="3327064" y="178181"/>
                  </a:moveTo>
                  <a:lnTo>
                    <a:pt x="3307207" y="178181"/>
                  </a:lnTo>
                  <a:lnTo>
                    <a:pt x="3316351" y="171335"/>
                  </a:lnTo>
                  <a:lnTo>
                    <a:pt x="3309212" y="171334"/>
                  </a:lnTo>
                  <a:lnTo>
                    <a:pt x="3345383" y="47828"/>
                  </a:lnTo>
                  <a:lnTo>
                    <a:pt x="3354006" y="40995"/>
                  </a:lnTo>
                  <a:lnTo>
                    <a:pt x="3356343" y="41160"/>
                  </a:lnTo>
                  <a:lnTo>
                    <a:pt x="3364368" y="51917"/>
                  </a:lnTo>
                  <a:lnTo>
                    <a:pt x="3345103" y="51917"/>
                  </a:lnTo>
                  <a:lnTo>
                    <a:pt x="3351488" y="94785"/>
                  </a:lnTo>
                  <a:lnTo>
                    <a:pt x="3327064" y="178181"/>
                  </a:lnTo>
                  <a:close/>
                </a:path>
                <a:path w="9144000" h="381635">
                  <a:moveTo>
                    <a:pt x="3351488" y="94785"/>
                  </a:moveTo>
                  <a:lnTo>
                    <a:pt x="3345103" y="51917"/>
                  </a:lnTo>
                  <a:lnTo>
                    <a:pt x="3363671" y="53187"/>
                  </a:lnTo>
                  <a:lnTo>
                    <a:pt x="3351488" y="94785"/>
                  </a:lnTo>
                  <a:close/>
                </a:path>
                <a:path w="9144000" h="381635">
                  <a:moveTo>
                    <a:pt x="3402482" y="381508"/>
                  </a:moveTo>
                  <a:lnTo>
                    <a:pt x="3351488" y="94785"/>
                  </a:lnTo>
                  <a:lnTo>
                    <a:pt x="3363671" y="53187"/>
                  </a:lnTo>
                  <a:lnTo>
                    <a:pt x="3345103" y="51917"/>
                  </a:lnTo>
                  <a:lnTo>
                    <a:pt x="3364368" y="51917"/>
                  </a:lnTo>
                  <a:lnTo>
                    <a:pt x="3401730" y="302844"/>
                  </a:lnTo>
                  <a:lnTo>
                    <a:pt x="3401708" y="304482"/>
                  </a:lnTo>
                  <a:lnTo>
                    <a:pt x="3392957" y="370738"/>
                  </a:lnTo>
                  <a:lnTo>
                    <a:pt x="3412171" y="370738"/>
                  </a:lnTo>
                  <a:lnTo>
                    <a:pt x="3404730" y="381215"/>
                  </a:lnTo>
                  <a:lnTo>
                    <a:pt x="3402482" y="381508"/>
                  </a:lnTo>
                  <a:close/>
                </a:path>
                <a:path w="9144000" h="381635">
                  <a:moveTo>
                    <a:pt x="3514897" y="295211"/>
                  </a:moveTo>
                  <a:lnTo>
                    <a:pt x="3495598" y="295211"/>
                  </a:lnTo>
                  <a:lnTo>
                    <a:pt x="3514356" y="294957"/>
                  </a:lnTo>
                  <a:lnTo>
                    <a:pt x="3504221" y="241757"/>
                  </a:lnTo>
                  <a:lnTo>
                    <a:pt x="3529799" y="83197"/>
                  </a:lnTo>
                  <a:lnTo>
                    <a:pt x="3540277" y="75247"/>
                  </a:lnTo>
                  <a:lnTo>
                    <a:pt x="3542614" y="75819"/>
                  </a:lnTo>
                  <a:lnTo>
                    <a:pt x="3549184" y="86220"/>
                  </a:lnTo>
                  <a:lnTo>
                    <a:pt x="3529838" y="86487"/>
                  </a:lnTo>
                  <a:lnTo>
                    <a:pt x="3539976" y="139733"/>
                  </a:lnTo>
                  <a:lnTo>
                    <a:pt x="3514897" y="295211"/>
                  </a:lnTo>
                  <a:close/>
                </a:path>
                <a:path w="9144000" h="381635">
                  <a:moveTo>
                    <a:pt x="3539976" y="139733"/>
                  </a:moveTo>
                  <a:lnTo>
                    <a:pt x="3529838" y="86487"/>
                  </a:lnTo>
                  <a:lnTo>
                    <a:pt x="3548608" y="86220"/>
                  </a:lnTo>
                  <a:lnTo>
                    <a:pt x="3539976" y="139733"/>
                  </a:lnTo>
                  <a:close/>
                </a:path>
                <a:path w="9144000" h="381635">
                  <a:moveTo>
                    <a:pt x="3594455" y="381495"/>
                  </a:moveTo>
                  <a:lnTo>
                    <a:pt x="3539976" y="139733"/>
                  </a:lnTo>
                  <a:lnTo>
                    <a:pt x="3548608" y="86220"/>
                  </a:lnTo>
                  <a:lnTo>
                    <a:pt x="3549184" y="86220"/>
                  </a:lnTo>
                  <a:lnTo>
                    <a:pt x="3589605" y="298513"/>
                  </a:lnTo>
                  <a:lnTo>
                    <a:pt x="3584397" y="371309"/>
                  </a:lnTo>
                  <a:lnTo>
                    <a:pt x="3603493" y="371309"/>
                  </a:lnTo>
                  <a:lnTo>
                    <a:pt x="3596703" y="381088"/>
                  </a:lnTo>
                  <a:lnTo>
                    <a:pt x="3594455" y="381495"/>
                  </a:lnTo>
                  <a:close/>
                </a:path>
                <a:path w="9144000" h="381635">
                  <a:moveTo>
                    <a:pt x="3603493" y="371309"/>
                  </a:moveTo>
                  <a:lnTo>
                    <a:pt x="3584397" y="371309"/>
                  </a:lnTo>
                  <a:lnTo>
                    <a:pt x="3603256" y="370205"/>
                  </a:lnTo>
                  <a:lnTo>
                    <a:pt x="3589606" y="298513"/>
                  </a:lnTo>
                  <a:lnTo>
                    <a:pt x="3598100" y="179781"/>
                  </a:lnTo>
                  <a:lnTo>
                    <a:pt x="3607600" y="170929"/>
                  </a:lnTo>
                  <a:lnTo>
                    <a:pt x="9144000" y="170929"/>
                  </a:lnTo>
                  <a:lnTo>
                    <a:pt x="9144000" y="181140"/>
                  </a:lnTo>
                  <a:lnTo>
                    <a:pt x="3617099" y="181140"/>
                  </a:lnTo>
                  <a:lnTo>
                    <a:pt x="3607600" y="189979"/>
                  </a:lnTo>
                  <a:lnTo>
                    <a:pt x="3616467" y="189979"/>
                  </a:lnTo>
                  <a:lnTo>
                    <a:pt x="3603493" y="371309"/>
                  </a:lnTo>
                  <a:close/>
                </a:path>
                <a:path w="9144000" h="381635">
                  <a:moveTo>
                    <a:pt x="3316351" y="190385"/>
                  </a:moveTo>
                  <a:lnTo>
                    <a:pt x="0" y="189989"/>
                  </a:lnTo>
                  <a:lnTo>
                    <a:pt x="0" y="170939"/>
                  </a:lnTo>
                  <a:lnTo>
                    <a:pt x="3309212" y="171334"/>
                  </a:lnTo>
                  <a:lnTo>
                    <a:pt x="3307207" y="178181"/>
                  </a:lnTo>
                  <a:lnTo>
                    <a:pt x="3327064" y="178181"/>
                  </a:lnTo>
                  <a:lnTo>
                    <a:pt x="3318776" y="190068"/>
                  </a:lnTo>
                  <a:lnTo>
                    <a:pt x="3316351" y="190385"/>
                  </a:lnTo>
                  <a:close/>
                </a:path>
                <a:path w="9144000" h="381635">
                  <a:moveTo>
                    <a:pt x="3307207" y="178181"/>
                  </a:moveTo>
                  <a:lnTo>
                    <a:pt x="3309212" y="171334"/>
                  </a:lnTo>
                  <a:lnTo>
                    <a:pt x="3316351" y="171335"/>
                  </a:lnTo>
                  <a:lnTo>
                    <a:pt x="3307207" y="178181"/>
                  </a:lnTo>
                  <a:close/>
                </a:path>
                <a:path w="9144000" h="381635">
                  <a:moveTo>
                    <a:pt x="3616467" y="189979"/>
                  </a:moveTo>
                  <a:lnTo>
                    <a:pt x="3607600" y="189979"/>
                  </a:lnTo>
                  <a:lnTo>
                    <a:pt x="3617099" y="181140"/>
                  </a:lnTo>
                  <a:lnTo>
                    <a:pt x="3616467" y="189979"/>
                  </a:lnTo>
                  <a:close/>
                </a:path>
                <a:path w="9144000" h="381635">
                  <a:moveTo>
                    <a:pt x="9144000" y="189979"/>
                  </a:moveTo>
                  <a:lnTo>
                    <a:pt x="3616467" y="189979"/>
                  </a:lnTo>
                  <a:lnTo>
                    <a:pt x="3617099" y="181140"/>
                  </a:lnTo>
                  <a:lnTo>
                    <a:pt x="9144000" y="181140"/>
                  </a:lnTo>
                  <a:lnTo>
                    <a:pt x="9144000" y="189979"/>
                  </a:lnTo>
                  <a:close/>
                </a:path>
                <a:path w="9144000" h="381635">
                  <a:moveTo>
                    <a:pt x="3495598" y="295211"/>
                  </a:moveTo>
                  <a:lnTo>
                    <a:pt x="3504221" y="241757"/>
                  </a:lnTo>
                  <a:lnTo>
                    <a:pt x="3514356" y="294957"/>
                  </a:lnTo>
                  <a:lnTo>
                    <a:pt x="3495598" y="295211"/>
                  </a:lnTo>
                  <a:close/>
                </a:path>
                <a:path w="9144000" h="381635">
                  <a:moveTo>
                    <a:pt x="3584397" y="371309"/>
                  </a:moveTo>
                  <a:lnTo>
                    <a:pt x="3589605" y="298511"/>
                  </a:lnTo>
                  <a:lnTo>
                    <a:pt x="3603256" y="370205"/>
                  </a:lnTo>
                  <a:lnTo>
                    <a:pt x="3584397" y="371309"/>
                  </a:lnTo>
                  <a:close/>
                </a:path>
                <a:path w="9144000" h="381635">
                  <a:moveTo>
                    <a:pt x="3392957" y="370738"/>
                  </a:moveTo>
                  <a:lnTo>
                    <a:pt x="3401833" y="303536"/>
                  </a:lnTo>
                  <a:lnTo>
                    <a:pt x="3411816" y="370586"/>
                  </a:lnTo>
                  <a:lnTo>
                    <a:pt x="3392957" y="370738"/>
                  </a:lnTo>
                  <a:close/>
                </a:path>
              </a:pathLst>
            </a:custGeom>
            <a:solidFill>
              <a:srgbClr val="54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043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"/>
              </a:spcBef>
            </a:pPr>
            <a:r>
              <a:rPr lang="en-US" spc="150" dirty="0"/>
              <a:t>REQUIRED EQUIPMENTS</a:t>
            </a:r>
            <a:endParaRPr spc="225" dirty="0"/>
          </a:p>
        </p:txBody>
      </p:sp>
      <p:sp>
        <p:nvSpPr>
          <p:cNvPr id="61" name="object 61"/>
          <p:cNvSpPr txBox="1"/>
          <p:nvPr/>
        </p:nvSpPr>
        <p:spPr>
          <a:xfrm>
            <a:off x="910687" y="2606387"/>
            <a:ext cx="2174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5" dirty="0">
                <a:solidFill>
                  <a:srgbClr val="FF0000"/>
                </a:solidFill>
                <a:latin typeface="Century Gothic"/>
                <a:cs typeface="Century Gothic"/>
              </a:rPr>
              <a:t>Meta</a:t>
            </a:r>
            <a:r>
              <a:rPr sz="1800" b="1" spc="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75" dirty="0">
                <a:solidFill>
                  <a:srgbClr val="FF0000"/>
                </a:solidFill>
                <a:latin typeface="Century Gothic"/>
                <a:cs typeface="Century Gothic"/>
              </a:rPr>
              <a:t>wear</a:t>
            </a:r>
            <a:r>
              <a:rPr sz="1800" b="1" spc="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105" dirty="0">
                <a:solidFill>
                  <a:srgbClr val="FF0000"/>
                </a:solidFill>
                <a:latin typeface="Century Gothic"/>
                <a:cs typeface="Century Gothic"/>
              </a:rPr>
              <a:t>Sensor</a:t>
            </a:r>
            <a:endParaRPr sz="1800" dirty="0">
              <a:solidFill>
                <a:srgbClr val="FF0000"/>
              </a:solidFill>
              <a:latin typeface="Century Gothic"/>
              <a:cs typeface="Century Gothic"/>
            </a:endParaRPr>
          </a:p>
        </p:txBody>
      </p:sp>
      <p:pic>
        <p:nvPicPr>
          <p:cNvPr id="62" name="object 6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1213" y="1017714"/>
            <a:ext cx="739863" cy="737768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6466" y="1202334"/>
            <a:ext cx="1364653" cy="1276502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3150" y="1527512"/>
            <a:ext cx="1269492" cy="1190244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5486400" y="2673855"/>
            <a:ext cx="2194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85" dirty="0">
                <a:solidFill>
                  <a:srgbClr val="FF0000"/>
                </a:solidFill>
                <a:latin typeface="Century Gothic"/>
                <a:cs typeface="Century Gothic"/>
              </a:rPr>
              <a:t>MATLAB</a:t>
            </a:r>
            <a:r>
              <a:rPr sz="1800" b="1" spc="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110" dirty="0">
                <a:solidFill>
                  <a:srgbClr val="FF0000"/>
                </a:solidFill>
                <a:latin typeface="Century Gothic"/>
                <a:cs typeface="Century Gothic"/>
              </a:rPr>
              <a:t>Software</a:t>
            </a:r>
            <a:endParaRPr sz="1800" dirty="0">
              <a:solidFill>
                <a:srgbClr val="FF0000"/>
              </a:solidFill>
              <a:latin typeface="Century Gothic"/>
              <a:cs typeface="Century Gothic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8E7554-EECC-C7DA-D1F6-9904855D1BA1}"/>
              </a:ext>
            </a:extLst>
          </p:cNvPr>
          <p:cNvSpPr txBox="1"/>
          <p:nvPr/>
        </p:nvSpPr>
        <p:spPr>
          <a:xfrm>
            <a:off x="572686" y="2992003"/>
            <a:ext cx="426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Tri-Axial Accelerometer &amp; Gyroscope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Bluetooth-Compatible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D0582F-A8C5-21F0-E648-487E8C9D0C5E}"/>
              </a:ext>
            </a:extLst>
          </p:cNvPr>
          <p:cNvSpPr txBox="1"/>
          <p:nvPr/>
        </p:nvSpPr>
        <p:spPr>
          <a:xfrm>
            <a:off x="5115977" y="3010682"/>
            <a:ext cx="34050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programming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A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nalyze and Design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</a:rPr>
              <a:t>S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71777D"/>
              </a:solidFill>
              <a:effectLst/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28913" y="56210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28913" y="702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28913" y="843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28913" y="983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10" y="35001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28913" y="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28913" y="14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28913" y="28105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28913" y="421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61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73211" y="56210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73211" y="702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73211" y="843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73211" y="983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573211" y="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573211" y="14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573211" y="28105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573211" y="421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17521" y="56210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17521" y="702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23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717521" y="843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65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17521" y="983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717521" y="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17521" y="14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717521" y="28105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17521" y="421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25" y="0"/>
                </a:lnTo>
                <a:lnTo>
                  <a:pt x="27177" y="0"/>
                </a:lnTo>
                <a:lnTo>
                  <a:pt x="35039" y="7861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861856" y="56210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61856" y="702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861856" y="843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61856" y="983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1856" y="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61856" y="14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61856" y="28105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861856" y="421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006166" y="56210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006166" y="702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006166" y="843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006166" y="983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006166" y="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006166" y="14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006166" y="28105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006166" y="421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61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7FF49B7-FDD2-C1D8-127B-B7E61ED52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043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r>
              <a:rPr spc="180" dirty="0"/>
              <a:t>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33B02-7501-8C4A-F39B-0667414D2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00FDC-EFB0-AC1F-216E-6AD81FA05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43840"/>
            <a:ext cx="4815941" cy="664463"/>
          </a:xfrm>
          <a:prstGeom prst="rect">
            <a:avLst/>
          </a:prstGeom>
        </p:spPr>
        <p:txBody>
          <a:bodyPr vert="horz" wrap="square" lIns="0" tIns="225043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"/>
              </a:spcBef>
            </a:pPr>
            <a:r>
              <a:rPr lang="en-US" spc="245" dirty="0"/>
              <a:t>PLOTS</a:t>
            </a:r>
            <a:endParaRPr spc="24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9A53C3-249E-61D3-2C59-EC97A5DA5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66758" y="29484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6233" y="29484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85694" y="29484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61" y="35001"/>
                </a:lnTo>
                <a:lnTo>
                  <a:pt x="0" y="27165"/>
                </a:lnTo>
                <a:lnTo>
                  <a:pt x="0" y="7810"/>
                </a:lnTo>
                <a:lnTo>
                  <a:pt x="7861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45194" y="29484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66758" y="309279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26233" y="309279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61"/>
                </a:lnTo>
                <a:lnTo>
                  <a:pt x="7823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85694" y="309279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61"/>
                </a:lnTo>
                <a:lnTo>
                  <a:pt x="7861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45194" y="309279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61"/>
                </a:lnTo>
                <a:lnTo>
                  <a:pt x="7810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066758" y="323710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77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6233" y="323710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23" y="35039"/>
                </a:lnTo>
                <a:lnTo>
                  <a:pt x="0" y="27203"/>
                </a:lnTo>
                <a:lnTo>
                  <a:pt x="0" y="7848"/>
                </a:lnTo>
                <a:lnTo>
                  <a:pt x="7823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77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85694" y="323710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61" y="35039"/>
                </a:lnTo>
                <a:lnTo>
                  <a:pt x="0" y="27203"/>
                </a:lnTo>
                <a:lnTo>
                  <a:pt x="0" y="7848"/>
                </a:lnTo>
                <a:lnTo>
                  <a:pt x="7861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77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45194" y="323710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203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77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66758" y="338143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487"/>
                </a:lnTo>
                <a:lnTo>
                  <a:pt x="35013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6233" y="338143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23" y="35026"/>
                </a:lnTo>
                <a:lnTo>
                  <a:pt x="0" y="27177"/>
                </a:lnTo>
                <a:lnTo>
                  <a:pt x="0" y="7835"/>
                </a:lnTo>
                <a:lnTo>
                  <a:pt x="782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487"/>
                </a:lnTo>
                <a:lnTo>
                  <a:pt x="35013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85694" y="338143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77"/>
                </a:lnTo>
                <a:lnTo>
                  <a:pt x="0" y="7835"/>
                </a:lnTo>
                <a:lnTo>
                  <a:pt x="7861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45194" y="338143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487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066758" y="35257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26233" y="35257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48"/>
                </a:lnTo>
                <a:lnTo>
                  <a:pt x="7823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85694" y="35257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65"/>
                </a:lnTo>
                <a:lnTo>
                  <a:pt x="0" y="7848"/>
                </a:lnTo>
                <a:lnTo>
                  <a:pt x="7861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45194" y="35257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066758" y="36700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926233" y="36700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23" y="35039"/>
                </a:lnTo>
                <a:lnTo>
                  <a:pt x="0" y="27177"/>
                </a:lnTo>
                <a:lnTo>
                  <a:pt x="0" y="7823"/>
                </a:lnTo>
                <a:lnTo>
                  <a:pt x="7823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85694" y="36700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61" y="35039"/>
                </a:lnTo>
                <a:lnTo>
                  <a:pt x="0" y="27177"/>
                </a:lnTo>
                <a:lnTo>
                  <a:pt x="0" y="7823"/>
                </a:lnTo>
                <a:lnTo>
                  <a:pt x="7861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45194" y="36700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177"/>
                </a:lnTo>
                <a:lnTo>
                  <a:pt x="0" y="7823"/>
                </a:lnTo>
                <a:lnTo>
                  <a:pt x="7810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77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066758" y="38143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926233" y="38143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85694" y="38143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65"/>
                </a:lnTo>
                <a:lnTo>
                  <a:pt x="0" y="7823"/>
                </a:lnTo>
                <a:lnTo>
                  <a:pt x="7861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45194" y="38143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23"/>
                </a:lnTo>
                <a:lnTo>
                  <a:pt x="7810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066758" y="395871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926233" y="395871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85694" y="395871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61" y="35001"/>
                </a:lnTo>
                <a:lnTo>
                  <a:pt x="0" y="27165"/>
                </a:lnTo>
                <a:lnTo>
                  <a:pt x="0" y="7823"/>
                </a:lnTo>
                <a:lnTo>
                  <a:pt x="7861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45194" y="395871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23"/>
                </a:lnTo>
                <a:lnTo>
                  <a:pt x="7810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66758" y="40982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926233" y="40982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785694" y="40982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61" y="35001"/>
                </a:lnTo>
                <a:lnTo>
                  <a:pt x="0" y="27165"/>
                </a:lnTo>
                <a:lnTo>
                  <a:pt x="0" y="7810"/>
                </a:lnTo>
                <a:lnTo>
                  <a:pt x="7861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645194" y="40982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066758" y="42425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926233" y="42425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61"/>
                </a:lnTo>
                <a:lnTo>
                  <a:pt x="7823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785694" y="42425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61"/>
                </a:lnTo>
                <a:lnTo>
                  <a:pt x="7861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645194" y="42425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61"/>
                </a:lnTo>
                <a:lnTo>
                  <a:pt x="7810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066758" y="438687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926233" y="438687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23" y="35039"/>
                </a:lnTo>
                <a:lnTo>
                  <a:pt x="0" y="27203"/>
                </a:lnTo>
                <a:lnTo>
                  <a:pt x="0" y="7848"/>
                </a:lnTo>
                <a:lnTo>
                  <a:pt x="7823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785694" y="438687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61" y="35039"/>
                </a:lnTo>
                <a:lnTo>
                  <a:pt x="0" y="27203"/>
                </a:lnTo>
                <a:lnTo>
                  <a:pt x="0" y="7848"/>
                </a:lnTo>
                <a:lnTo>
                  <a:pt x="7861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45194" y="438687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203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066758" y="453120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26233" y="453120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23" y="35026"/>
                </a:lnTo>
                <a:lnTo>
                  <a:pt x="0" y="27177"/>
                </a:lnTo>
                <a:lnTo>
                  <a:pt x="0" y="7835"/>
                </a:lnTo>
                <a:lnTo>
                  <a:pt x="782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785694" y="453120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77"/>
                </a:lnTo>
                <a:lnTo>
                  <a:pt x="0" y="7835"/>
                </a:lnTo>
                <a:lnTo>
                  <a:pt x="7861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645194" y="453120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00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066758" y="46755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926233" y="46755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48"/>
                </a:lnTo>
                <a:lnTo>
                  <a:pt x="7823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785694" y="46755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65"/>
                </a:lnTo>
                <a:lnTo>
                  <a:pt x="0" y="7848"/>
                </a:lnTo>
                <a:lnTo>
                  <a:pt x="7861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645194" y="46755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066758" y="48198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926233" y="48198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23" y="35039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785694" y="48198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61" y="35039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645194" y="48198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066758" y="49641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926233" y="49641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785694" y="49641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65"/>
                </a:lnTo>
                <a:lnTo>
                  <a:pt x="0" y="7835"/>
                </a:lnTo>
                <a:lnTo>
                  <a:pt x="7861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645194" y="49641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066758" y="51084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926233" y="51084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785694" y="51084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61" y="35001"/>
                </a:lnTo>
                <a:lnTo>
                  <a:pt x="0" y="27165"/>
                </a:lnTo>
                <a:lnTo>
                  <a:pt x="0" y="7823"/>
                </a:lnTo>
                <a:lnTo>
                  <a:pt x="7861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645194" y="51084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23"/>
                </a:lnTo>
                <a:lnTo>
                  <a:pt x="7810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852" y="109710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852" y="1237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23"/>
                </a:lnTo>
                <a:lnTo>
                  <a:pt x="7861" y="0"/>
                </a:lnTo>
                <a:lnTo>
                  <a:pt x="17538" y="0"/>
                </a:lnTo>
                <a:lnTo>
                  <a:pt x="27178" y="0"/>
                </a:lnTo>
                <a:lnTo>
                  <a:pt x="35026" y="7823"/>
                </a:lnTo>
                <a:lnTo>
                  <a:pt x="35026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852" y="1378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13"/>
                </a:moveTo>
                <a:lnTo>
                  <a:pt x="7861" y="35013"/>
                </a:lnTo>
                <a:lnTo>
                  <a:pt x="0" y="27165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2852" y="1518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01"/>
                </a:moveTo>
                <a:lnTo>
                  <a:pt x="7861" y="35001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2852" y="5350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01"/>
                </a:moveTo>
                <a:lnTo>
                  <a:pt x="7861" y="35001"/>
                </a:lnTo>
                <a:lnTo>
                  <a:pt x="0" y="27165"/>
                </a:lnTo>
                <a:lnTo>
                  <a:pt x="0" y="7810"/>
                </a:lnTo>
                <a:lnTo>
                  <a:pt x="7861" y="0"/>
                </a:lnTo>
                <a:lnTo>
                  <a:pt x="17538" y="0"/>
                </a:lnTo>
                <a:lnTo>
                  <a:pt x="27178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2852" y="675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38" y="0"/>
                </a:lnTo>
                <a:lnTo>
                  <a:pt x="27178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2852" y="81605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852" y="956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38" y="0"/>
                </a:lnTo>
                <a:lnTo>
                  <a:pt x="27178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07175" y="109710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2" y="7835"/>
                </a:lnTo>
                <a:lnTo>
                  <a:pt x="35052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07175" y="1237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2" y="7823"/>
                </a:lnTo>
                <a:lnTo>
                  <a:pt x="35052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7175" y="1378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2" y="7835"/>
                </a:lnTo>
                <a:lnTo>
                  <a:pt x="35052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07175" y="1518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2" y="7835"/>
                </a:lnTo>
                <a:lnTo>
                  <a:pt x="35052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07175" y="5350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2" y="7810"/>
                </a:lnTo>
                <a:lnTo>
                  <a:pt x="35052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07175" y="675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2" y="7848"/>
                </a:lnTo>
                <a:lnTo>
                  <a:pt x="35052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07175" y="81605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2" y="7835"/>
                </a:lnTo>
                <a:lnTo>
                  <a:pt x="35052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07175" y="956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52" y="7848"/>
                </a:lnTo>
                <a:lnTo>
                  <a:pt x="35052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51497" y="109710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51497" y="1237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26" y="7823"/>
                </a:lnTo>
                <a:lnTo>
                  <a:pt x="35026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51497" y="1378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51497" y="1518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51497" y="5350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51497" y="675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51497" y="81605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51497" y="956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78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95820" y="109710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8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95820" y="12376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8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01" y="7823"/>
                </a:lnTo>
                <a:lnTo>
                  <a:pt x="35001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95820" y="137816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8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01" y="7835"/>
                </a:lnTo>
                <a:lnTo>
                  <a:pt x="35001" y="27165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95820" y="151869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8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95820" y="53501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8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95820" y="675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8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5820" y="81605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8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95820" y="9565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8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13" y="0"/>
                </a:lnTo>
                <a:lnTo>
                  <a:pt x="27178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8" name="object 9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665002"/>
            <a:ext cx="1685962" cy="478497"/>
          </a:xfrm>
          <a:prstGeom prst="rect">
            <a:avLst/>
          </a:prstGeom>
        </p:spPr>
      </p:pic>
      <p:sp>
        <p:nvSpPr>
          <p:cNvPr id="99" name="object 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043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"/>
              </a:spcBef>
            </a:pPr>
            <a:r>
              <a:rPr spc="235" dirty="0"/>
              <a:t>Result</a:t>
            </a:r>
            <a:r>
              <a:rPr spc="10" dirty="0"/>
              <a:t> </a:t>
            </a:r>
            <a:r>
              <a:rPr spc="100" dirty="0"/>
              <a:t>Comparison</a:t>
            </a:r>
          </a:p>
        </p:txBody>
      </p:sp>
      <p:sp>
        <p:nvSpPr>
          <p:cNvPr id="100" name="object 100"/>
          <p:cNvSpPr txBox="1"/>
          <p:nvPr/>
        </p:nvSpPr>
        <p:spPr>
          <a:xfrm>
            <a:off x="923289" y="1374076"/>
            <a:ext cx="2366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solidFill>
                  <a:srgbClr val="2E3535"/>
                </a:solidFill>
                <a:latin typeface="Century Gothic"/>
                <a:cs typeface="Century Gothic"/>
              </a:rPr>
              <a:t>Desired</a:t>
            </a:r>
            <a:r>
              <a:rPr sz="1800" b="1" spc="10" dirty="0">
                <a:solidFill>
                  <a:srgbClr val="2E3535"/>
                </a:solidFill>
                <a:latin typeface="Century Gothic"/>
                <a:cs typeface="Century Gothic"/>
              </a:rPr>
              <a:t> </a:t>
            </a:r>
            <a:r>
              <a:rPr sz="1800" b="1" spc="165" dirty="0">
                <a:solidFill>
                  <a:srgbClr val="2E3535"/>
                </a:solidFill>
                <a:latin typeface="Century Gothic"/>
                <a:cs typeface="Century Gothic"/>
              </a:rPr>
              <a:t>Plot</a:t>
            </a:r>
            <a:r>
              <a:rPr sz="1800" b="1" spc="15" dirty="0">
                <a:solidFill>
                  <a:srgbClr val="2E3535"/>
                </a:solidFill>
                <a:latin typeface="Century Gothic"/>
                <a:cs typeface="Century Gothic"/>
              </a:rPr>
              <a:t> </a:t>
            </a:r>
            <a:r>
              <a:rPr sz="1800" b="1" spc="85" dirty="0">
                <a:solidFill>
                  <a:srgbClr val="2E3535"/>
                </a:solidFill>
                <a:latin typeface="Century Gothic"/>
                <a:cs typeface="Century Gothic"/>
              </a:rPr>
              <a:t>&amp;</a:t>
            </a:r>
            <a:r>
              <a:rPr sz="1800" b="1" spc="15" dirty="0">
                <a:solidFill>
                  <a:srgbClr val="2E3535"/>
                </a:solidFill>
                <a:latin typeface="Century Gothic"/>
                <a:cs typeface="Century Gothic"/>
              </a:rPr>
              <a:t> </a:t>
            </a:r>
            <a:r>
              <a:rPr sz="1800" b="1" spc="50" dirty="0">
                <a:solidFill>
                  <a:srgbClr val="2E3535"/>
                </a:solidFill>
                <a:latin typeface="Century Gothic"/>
                <a:cs typeface="Century Gothic"/>
              </a:rPr>
              <a:t>Data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101" name="object 10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931" y="4032719"/>
            <a:ext cx="574344" cy="572757"/>
          </a:xfrm>
          <a:prstGeom prst="rect">
            <a:avLst/>
          </a:prstGeom>
        </p:spPr>
      </p:pic>
      <p:sp>
        <p:nvSpPr>
          <p:cNvPr id="102" name="object 102"/>
          <p:cNvSpPr/>
          <p:nvPr/>
        </p:nvSpPr>
        <p:spPr>
          <a:xfrm>
            <a:off x="4564062" y="1255699"/>
            <a:ext cx="15240" cy="2632710"/>
          </a:xfrm>
          <a:custGeom>
            <a:avLst/>
            <a:gdLst/>
            <a:ahLst/>
            <a:cxnLst/>
            <a:rect l="l" t="t" r="r" b="b"/>
            <a:pathLst>
              <a:path w="15239" h="2632710">
                <a:moveTo>
                  <a:pt x="9525" y="2632100"/>
                </a:moveTo>
                <a:lnTo>
                  <a:pt x="0" y="2632075"/>
                </a:lnTo>
                <a:lnTo>
                  <a:pt x="5714" y="0"/>
                </a:lnTo>
                <a:lnTo>
                  <a:pt x="15239" y="25"/>
                </a:lnTo>
                <a:lnTo>
                  <a:pt x="9525" y="26321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779645" y="1827212"/>
            <a:ext cx="9525" cy="1489075"/>
          </a:xfrm>
          <a:custGeom>
            <a:avLst/>
            <a:gdLst/>
            <a:ahLst/>
            <a:cxnLst/>
            <a:rect l="l" t="t" r="r" b="b"/>
            <a:pathLst>
              <a:path w="9525" h="1489075">
                <a:moveTo>
                  <a:pt x="9525" y="1489075"/>
                </a:moveTo>
                <a:lnTo>
                  <a:pt x="0" y="1489075"/>
                </a:lnTo>
                <a:lnTo>
                  <a:pt x="0" y="0"/>
                </a:lnTo>
                <a:lnTo>
                  <a:pt x="9525" y="0"/>
                </a:lnTo>
                <a:lnTo>
                  <a:pt x="9525" y="14890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354829" y="1827212"/>
            <a:ext cx="9525" cy="1489075"/>
          </a:xfrm>
          <a:custGeom>
            <a:avLst/>
            <a:gdLst/>
            <a:ahLst/>
            <a:cxnLst/>
            <a:rect l="l" t="t" r="r" b="b"/>
            <a:pathLst>
              <a:path w="9525" h="1489075">
                <a:moveTo>
                  <a:pt x="9525" y="1489075"/>
                </a:moveTo>
                <a:lnTo>
                  <a:pt x="0" y="1489075"/>
                </a:lnTo>
                <a:lnTo>
                  <a:pt x="0" y="0"/>
                </a:lnTo>
                <a:lnTo>
                  <a:pt x="9525" y="0"/>
                </a:lnTo>
                <a:lnTo>
                  <a:pt x="9525" y="14890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5169534" y="1330896"/>
            <a:ext cx="305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0" dirty="0">
                <a:solidFill>
                  <a:srgbClr val="2E3535"/>
                </a:solidFill>
                <a:latin typeface="Century Gothic"/>
                <a:cs typeface="Century Gothic"/>
              </a:rPr>
              <a:t>Experimental</a:t>
            </a:r>
            <a:r>
              <a:rPr sz="1800" b="1" spc="5" dirty="0">
                <a:solidFill>
                  <a:srgbClr val="2E3535"/>
                </a:solidFill>
                <a:latin typeface="Century Gothic"/>
                <a:cs typeface="Century Gothic"/>
              </a:rPr>
              <a:t> </a:t>
            </a:r>
            <a:r>
              <a:rPr sz="1800" b="1" spc="165" dirty="0">
                <a:solidFill>
                  <a:srgbClr val="2E3535"/>
                </a:solidFill>
                <a:latin typeface="Century Gothic"/>
                <a:cs typeface="Century Gothic"/>
              </a:rPr>
              <a:t>Plot</a:t>
            </a:r>
            <a:r>
              <a:rPr sz="1800" b="1" spc="15" dirty="0">
                <a:solidFill>
                  <a:srgbClr val="2E3535"/>
                </a:solidFill>
                <a:latin typeface="Century Gothic"/>
                <a:cs typeface="Century Gothic"/>
              </a:rPr>
              <a:t> </a:t>
            </a:r>
            <a:r>
              <a:rPr sz="1800" b="1" spc="85" dirty="0">
                <a:solidFill>
                  <a:srgbClr val="2E3535"/>
                </a:solidFill>
                <a:latin typeface="Century Gothic"/>
                <a:cs typeface="Century Gothic"/>
              </a:rPr>
              <a:t>&amp;</a:t>
            </a:r>
            <a:r>
              <a:rPr sz="1800" b="1" spc="15" dirty="0">
                <a:solidFill>
                  <a:srgbClr val="2E3535"/>
                </a:solidFill>
                <a:latin typeface="Century Gothic"/>
                <a:cs typeface="Century Gothic"/>
              </a:rPr>
              <a:t> </a:t>
            </a:r>
            <a:r>
              <a:rPr sz="1800" b="1" spc="50" dirty="0">
                <a:solidFill>
                  <a:srgbClr val="2E3535"/>
                </a:solidFill>
                <a:latin typeface="Century Gothic"/>
                <a:cs typeface="Century Gothic"/>
              </a:rPr>
              <a:t>Data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106" name="object 10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372" y="1493519"/>
            <a:ext cx="4139184" cy="2910840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20640" y="1763267"/>
            <a:ext cx="3698748" cy="22692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490" y="88647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4965" y="88647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439" y="88647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886472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59">
                <a:moveTo>
                  <a:pt x="1079" y="35001"/>
                </a:moveTo>
                <a:lnTo>
                  <a:pt x="0" y="35001"/>
                </a:lnTo>
                <a:lnTo>
                  <a:pt x="0" y="0"/>
                </a:lnTo>
                <a:lnTo>
                  <a:pt x="1079" y="0"/>
                </a:lnTo>
                <a:lnTo>
                  <a:pt x="8928" y="7810"/>
                </a:lnTo>
                <a:lnTo>
                  <a:pt x="8928" y="27165"/>
                </a:lnTo>
                <a:lnTo>
                  <a:pt x="1079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5490" y="10307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01" y="7848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965" y="10307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439" y="103077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1030770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59">
                <a:moveTo>
                  <a:pt x="1079" y="35026"/>
                </a:moveTo>
                <a:lnTo>
                  <a:pt x="0" y="35026"/>
                </a:lnTo>
                <a:lnTo>
                  <a:pt x="0" y="0"/>
                </a:lnTo>
                <a:lnTo>
                  <a:pt x="1079" y="0"/>
                </a:lnTo>
                <a:lnTo>
                  <a:pt x="8928" y="7848"/>
                </a:lnTo>
                <a:lnTo>
                  <a:pt x="8928" y="27190"/>
                </a:lnTo>
                <a:lnTo>
                  <a:pt x="1079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5490" y="11750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52"/>
                </a:moveTo>
                <a:lnTo>
                  <a:pt x="7835" y="35052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38"/>
                </a:lnTo>
                <a:lnTo>
                  <a:pt x="35001" y="27190"/>
                </a:lnTo>
                <a:lnTo>
                  <a:pt x="27190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4965" y="11750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65" y="35052"/>
                </a:moveTo>
                <a:lnTo>
                  <a:pt x="7835" y="35052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38"/>
                </a:lnTo>
                <a:lnTo>
                  <a:pt x="35026" y="27190"/>
                </a:lnTo>
                <a:lnTo>
                  <a:pt x="27165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4439" y="117506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52"/>
                </a:moveTo>
                <a:lnTo>
                  <a:pt x="7835" y="35052"/>
                </a:lnTo>
                <a:lnTo>
                  <a:pt x="0" y="27216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38"/>
                </a:lnTo>
                <a:lnTo>
                  <a:pt x="35013" y="27190"/>
                </a:lnTo>
                <a:lnTo>
                  <a:pt x="27190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1175067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59">
                <a:moveTo>
                  <a:pt x="1079" y="35052"/>
                </a:moveTo>
                <a:lnTo>
                  <a:pt x="0" y="35052"/>
                </a:lnTo>
                <a:lnTo>
                  <a:pt x="0" y="0"/>
                </a:lnTo>
                <a:lnTo>
                  <a:pt x="1079" y="0"/>
                </a:lnTo>
                <a:lnTo>
                  <a:pt x="8928" y="7861"/>
                </a:lnTo>
                <a:lnTo>
                  <a:pt x="8928" y="27190"/>
                </a:lnTo>
                <a:lnTo>
                  <a:pt x="1079" y="35052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5490" y="13194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4965" y="13194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4439" y="13194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1319415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59">
                <a:moveTo>
                  <a:pt x="1079" y="35026"/>
                </a:moveTo>
                <a:lnTo>
                  <a:pt x="0" y="35026"/>
                </a:lnTo>
                <a:lnTo>
                  <a:pt x="0" y="0"/>
                </a:lnTo>
                <a:lnTo>
                  <a:pt x="1079" y="0"/>
                </a:lnTo>
                <a:lnTo>
                  <a:pt x="8928" y="7835"/>
                </a:lnTo>
                <a:lnTo>
                  <a:pt x="8928" y="27165"/>
                </a:lnTo>
                <a:lnTo>
                  <a:pt x="1079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5490" y="14637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4965" y="14637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4439" y="14637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1463725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59">
                <a:moveTo>
                  <a:pt x="1079" y="35013"/>
                </a:moveTo>
                <a:lnTo>
                  <a:pt x="0" y="35013"/>
                </a:lnTo>
                <a:lnTo>
                  <a:pt x="0" y="0"/>
                </a:lnTo>
                <a:lnTo>
                  <a:pt x="1079" y="0"/>
                </a:lnTo>
                <a:lnTo>
                  <a:pt x="8928" y="7848"/>
                </a:lnTo>
                <a:lnTo>
                  <a:pt x="8928" y="27165"/>
                </a:lnTo>
                <a:lnTo>
                  <a:pt x="1079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5490" y="16080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78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78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4965" y="16080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39"/>
                </a:moveTo>
                <a:lnTo>
                  <a:pt x="7835" y="35039"/>
                </a:lnTo>
                <a:lnTo>
                  <a:pt x="0" y="27178"/>
                </a:lnTo>
                <a:lnTo>
                  <a:pt x="0" y="7823"/>
                </a:lnTo>
                <a:lnTo>
                  <a:pt x="783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78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4439" y="16080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39"/>
                </a:moveTo>
                <a:lnTo>
                  <a:pt x="7835" y="35039"/>
                </a:lnTo>
                <a:lnTo>
                  <a:pt x="0" y="27178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78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1608048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39"/>
                </a:moveTo>
                <a:lnTo>
                  <a:pt x="0" y="35039"/>
                </a:lnTo>
                <a:lnTo>
                  <a:pt x="0" y="0"/>
                </a:lnTo>
                <a:lnTo>
                  <a:pt x="1079" y="0"/>
                </a:lnTo>
                <a:lnTo>
                  <a:pt x="8928" y="7823"/>
                </a:lnTo>
                <a:lnTo>
                  <a:pt x="8928" y="27178"/>
                </a:lnTo>
                <a:lnTo>
                  <a:pt x="1079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5490" y="17523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4965" y="17523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4439" y="17523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0" y="1752371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13"/>
                </a:moveTo>
                <a:lnTo>
                  <a:pt x="0" y="35013"/>
                </a:lnTo>
                <a:lnTo>
                  <a:pt x="0" y="0"/>
                </a:lnTo>
                <a:lnTo>
                  <a:pt x="1079" y="0"/>
                </a:lnTo>
                <a:lnTo>
                  <a:pt x="8928" y="7823"/>
                </a:lnTo>
                <a:lnTo>
                  <a:pt x="8928" y="27165"/>
                </a:lnTo>
                <a:lnTo>
                  <a:pt x="1079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5490" y="1896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4988"/>
                </a:moveTo>
                <a:lnTo>
                  <a:pt x="7835" y="34988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65"/>
                </a:lnTo>
                <a:lnTo>
                  <a:pt x="27190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4965" y="1896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4988"/>
                </a:moveTo>
                <a:lnTo>
                  <a:pt x="7835" y="34988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65"/>
                </a:lnTo>
                <a:lnTo>
                  <a:pt x="27165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4439" y="18966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4988"/>
                </a:moveTo>
                <a:lnTo>
                  <a:pt x="7835" y="34988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65"/>
                </a:lnTo>
                <a:lnTo>
                  <a:pt x="27190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0" y="1896694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4988"/>
                </a:moveTo>
                <a:lnTo>
                  <a:pt x="0" y="34988"/>
                </a:lnTo>
                <a:lnTo>
                  <a:pt x="0" y="0"/>
                </a:lnTo>
                <a:lnTo>
                  <a:pt x="1079" y="0"/>
                </a:lnTo>
                <a:lnTo>
                  <a:pt x="8928" y="7823"/>
                </a:lnTo>
                <a:lnTo>
                  <a:pt x="8928" y="27165"/>
                </a:lnTo>
                <a:lnTo>
                  <a:pt x="1079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95490" y="20362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54965" y="20362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4439" y="20362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0" y="2036241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01"/>
                </a:moveTo>
                <a:lnTo>
                  <a:pt x="0" y="35001"/>
                </a:lnTo>
                <a:lnTo>
                  <a:pt x="0" y="0"/>
                </a:lnTo>
                <a:lnTo>
                  <a:pt x="1079" y="0"/>
                </a:lnTo>
                <a:lnTo>
                  <a:pt x="8928" y="7810"/>
                </a:lnTo>
                <a:lnTo>
                  <a:pt x="8928" y="27165"/>
                </a:lnTo>
                <a:lnTo>
                  <a:pt x="1079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5490" y="2180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01" y="7861"/>
                </a:lnTo>
                <a:lnTo>
                  <a:pt x="35001" y="17513"/>
                </a:lnTo>
                <a:lnTo>
                  <a:pt x="35001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54965" y="2180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4439" y="2180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0" y="2180539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26"/>
                </a:moveTo>
                <a:lnTo>
                  <a:pt x="0" y="35026"/>
                </a:lnTo>
                <a:lnTo>
                  <a:pt x="0" y="0"/>
                </a:lnTo>
                <a:lnTo>
                  <a:pt x="1079" y="0"/>
                </a:lnTo>
                <a:lnTo>
                  <a:pt x="8928" y="7861"/>
                </a:lnTo>
                <a:lnTo>
                  <a:pt x="8928" y="27190"/>
                </a:lnTo>
                <a:lnTo>
                  <a:pt x="1079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95490" y="232484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78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54965" y="232484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78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4439" y="232484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78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0" y="2324849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39"/>
                </a:moveTo>
                <a:lnTo>
                  <a:pt x="0" y="35039"/>
                </a:lnTo>
                <a:lnTo>
                  <a:pt x="0" y="0"/>
                </a:lnTo>
                <a:lnTo>
                  <a:pt x="1079" y="0"/>
                </a:lnTo>
                <a:lnTo>
                  <a:pt x="8928" y="7848"/>
                </a:lnTo>
                <a:lnTo>
                  <a:pt x="8928" y="27178"/>
                </a:lnTo>
                <a:lnTo>
                  <a:pt x="1079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5490" y="24691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01" y="7835"/>
                </a:lnTo>
                <a:lnTo>
                  <a:pt x="35001" y="17487"/>
                </a:lnTo>
                <a:lnTo>
                  <a:pt x="35001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54965" y="24691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17487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14439" y="24691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0" y="2469184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26"/>
                </a:moveTo>
                <a:lnTo>
                  <a:pt x="0" y="35026"/>
                </a:lnTo>
                <a:lnTo>
                  <a:pt x="0" y="0"/>
                </a:lnTo>
                <a:lnTo>
                  <a:pt x="1079" y="0"/>
                </a:lnTo>
                <a:lnTo>
                  <a:pt x="8928" y="7835"/>
                </a:lnTo>
                <a:lnTo>
                  <a:pt x="8928" y="27165"/>
                </a:lnTo>
                <a:lnTo>
                  <a:pt x="1079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95490" y="261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54965" y="261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14439" y="261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0" y="2613494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13"/>
                </a:moveTo>
                <a:lnTo>
                  <a:pt x="0" y="35013"/>
                </a:lnTo>
                <a:lnTo>
                  <a:pt x="0" y="0"/>
                </a:lnTo>
                <a:lnTo>
                  <a:pt x="1079" y="0"/>
                </a:lnTo>
                <a:lnTo>
                  <a:pt x="8928" y="7848"/>
                </a:lnTo>
                <a:lnTo>
                  <a:pt x="8928" y="27165"/>
                </a:lnTo>
                <a:lnTo>
                  <a:pt x="1079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95490" y="275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77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54965" y="275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39"/>
                </a:moveTo>
                <a:lnTo>
                  <a:pt x="7835" y="35039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77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4439" y="275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39"/>
                </a:moveTo>
                <a:lnTo>
                  <a:pt x="7835" y="35039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0" y="2757817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39"/>
                </a:moveTo>
                <a:lnTo>
                  <a:pt x="0" y="35039"/>
                </a:lnTo>
                <a:lnTo>
                  <a:pt x="0" y="0"/>
                </a:lnTo>
                <a:lnTo>
                  <a:pt x="1079" y="0"/>
                </a:lnTo>
                <a:lnTo>
                  <a:pt x="8928" y="7823"/>
                </a:lnTo>
                <a:lnTo>
                  <a:pt x="8928" y="27177"/>
                </a:lnTo>
                <a:lnTo>
                  <a:pt x="1079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5490" y="29021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54965" y="29021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4439" y="29021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0" y="2902140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13"/>
                </a:moveTo>
                <a:lnTo>
                  <a:pt x="0" y="35013"/>
                </a:lnTo>
                <a:lnTo>
                  <a:pt x="0" y="0"/>
                </a:lnTo>
                <a:lnTo>
                  <a:pt x="1079" y="0"/>
                </a:lnTo>
                <a:lnTo>
                  <a:pt x="8928" y="7823"/>
                </a:lnTo>
                <a:lnTo>
                  <a:pt x="8928" y="27165"/>
                </a:lnTo>
                <a:lnTo>
                  <a:pt x="1079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95490" y="30464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01" y="7823"/>
                </a:lnTo>
                <a:lnTo>
                  <a:pt x="35001" y="17500"/>
                </a:lnTo>
                <a:lnTo>
                  <a:pt x="35001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54965" y="30464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17500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14439" y="30464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500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0" y="3046463"/>
            <a:ext cx="9525" cy="35560"/>
          </a:xfrm>
          <a:custGeom>
            <a:avLst/>
            <a:gdLst/>
            <a:ahLst/>
            <a:cxnLst/>
            <a:rect l="l" t="t" r="r" b="b"/>
            <a:pathLst>
              <a:path w="9525" h="35560">
                <a:moveTo>
                  <a:pt x="1079" y="35001"/>
                </a:moveTo>
                <a:lnTo>
                  <a:pt x="0" y="35001"/>
                </a:lnTo>
                <a:lnTo>
                  <a:pt x="0" y="0"/>
                </a:lnTo>
                <a:lnTo>
                  <a:pt x="1079" y="0"/>
                </a:lnTo>
                <a:lnTo>
                  <a:pt x="8928" y="7823"/>
                </a:lnTo>
                <a:lnTo>
                  <a:pt x="8928" y="27165"/>
                </a:lnTo>
                <a:lnTo>
                  <a:pt x="1079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4671" y="3611512"/>
            <a:ext cx="719327" cy="1531987"/>
          </a:xfrm>
          <a:prstGeom prst="rect">
            <a:avLst/>
          </a:prstGeom>
        </p:spPr>
      </p:pic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029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"/>
              </a:spcBef>
            </a:pPr>
            <a:r>
              <a:rPr spc="215" dirty="0"/>
              <a:t>Foot</a:t>
            </a:r>
            <a:r>
              <a:rPr spc="60" dirty="0"/>
              <a:t> </a:t>
            </a:r>
            <a:r>
              <a:rPr dirty="0"/>
              <a:t>Clearance</a:t>
            </a:r>
            <a:r>
              <a:rPr spc="55" dirty="0"/>
              <a:t> </a:t>
            </a:r>
            <a:r>
              <a:rPr spc="114" dirty="0"/>
              <a:t>Analysis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798106" y="1646555"/>
            <a:ext cx="438340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74595" algn="l"/>
              </a:tabLst>
            </a:pPr>
            <a:r>
              <a:rPr sz="1400" b="1" u="sng" spc="80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Minimum</a:t>
            </a:r>
            <a:r>
              <a:rPr sz="1400" b="1" u="sng" spc="50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Foot</a:t>
            </a:r>
            <a:r>
              <a:rPr sz="1400" b="1" u="sng" spc="5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Clearance</a:t>
            </a:r>
            <a:r>
              <a:rPr sz="1400" b="1" u="sng" spc="5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50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:</a:t>
            </a:r>
            <a:r>
              <a:rPr sz="14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	</a:t>
            </a:r>
            <a:r>
              <a:rPr sz="1400" b="1" u="sng" dirty="0">
                <a:solidFill>
                  <a:srgbClr val="FF511F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3.1CM</a:t>
            </a:r>
            <a:r>
              <a:rPr sz="1400" b="1" u="sng" spc="30" dirty="0">
                <a:solidFill>
                  <a:srgbClr val="FF511F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solidFill>
                  <a:srgbClr val="FF511F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Approximately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400" b="1" u="sng" spc="80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Maximum</a:t>
            </a:r>
            <a:r>
              <a:rPr sz="1400" b="1" u="sng" spc="1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Foot</a:t>
            </a:r>
            <a:r>
              <a:rPr sz="1400" b="1" u="sng" spc="20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Clearance</a:t>
            </a:r>
            <a:r>
              <a:rPr sz="1400" b="1" u="sng" spc="15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1E626E"/>
                </a:solidFill>
                <a:uFill>
                  <a:solidFill>
                    <a:srgbClr val="1E626E"/>
                  </a:solidFill>
                </a:uFill>
                <a:latin typeface="Arial"/>
                <a:cs typeface="Arial"/>
              </a:rPr>
              <a:t>:</a:t>
            </a:r>
            <a:r>
              <a:rPr sz="1400" b="1" spc="20" dirty="0">
                <a:solidFill>
                  <a:srgbClr val="1E626E"/>
                </a:solid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FF511F"/>
                </a:solidFill>
                <a:uFill>
                  <a:solidFill>
                    <a:srgbClr val="FF511F"/>
                  </a:solidFill>
                </a:uFill>
                <a:latin typeface="Arial"/>
                <a:cs typeface="Arial"/>
              </a:rPr>
              <a:t>4.3</a:t>
            </a:r>
            <a:r>
              <a:rPr sz="1400" b="1" u="sng" spc="15" dirty="0">
                <a:solidFill>
                  <a:srgbClr val="FF511F"/>
                </a:solidFill>
                <a:uFill>
                  <a:solidFill>
                    <a:srgbClr val="FF511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FF511F"/>
                </a:solidFill>
                <a:uFill>
                  <a:solidFill>
                    <a:srgbClr val="FF511F"/>
                  </a:solidFill>
                </a:uFill>
                <a:latin typeface="Arial"/>
                <a:cs typeface="Arial"/>
              </a:rPr>
              <a:t>cm</a:t>
            </a:r>
            <a:r>
              <a:rPr sz="1400" b="1" u="sng" spc="15" dirty="0">
                <a:solidFill>
                  <a:srgbClr val="FF511F"/>
                </a:solidFill>
                <a:uFill>
                  <a:solidFill>
                    <a:srgbClr val="FF511F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solidFill>
                  <a:srgbClr val="FF511F"/>
                </a:solidFill>
                <a:uFill>
                  <a:solidFill>
                    <a:srgbClr val="FF511F"/>
                  </a:solidFill>
                </a:uFill>
                <a:latin typeface="Arial"/>
                <a:cs typeface="Arial"/>
              </a:rPr>
              <a:t>Approximately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E9CFAD4B-BED8-6788-092B-5147B9400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8936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38936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61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8936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83246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00" y="0"/>
                </a:lnTo>
                <a:lnTo>
                  <a:pt x="27178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83246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00" y="0"/>
                </a:lnTo>
                <a:lnTo>
                  <a:pt x="27178" y="0"/>
                </a:lnTo>
                <a:lnTo>
                  <a:pt x="35013" y="7861"/>
                </a:lnTo>
                <a:lnTo>
                  <a:pt x="35013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83246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00" y="0"/>
                </a:lnTo>
                <a:lnTo>
                  <a:pt x="27178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27543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27543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61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27543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23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71891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71891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61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61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71891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23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16189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16189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61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16189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60511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60511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61"/>
                </a:lnTo>
                <a:lnTo>
                  <a:pt x="35039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60511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23"/>
                </a:lnTo>
                <a:lnTo>
                  <a:pt x="35039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04834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04834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61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04834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49157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49157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49157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88705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88705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61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88705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33015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8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00" y="0"/>
                </a:lnTo>
                <a:lnTo>
                  <a:pt x="27178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33015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8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00" y="0"/>
                </a:lnTo>
                <a:lnTo>
                  <a:pt x="27178" y="0"/>
                </a:lnTo>
                <a:lnTo>
                  <a:pt x="35013" y="7861"/>
                </a:lnTo>
                <a:lnTo>
                  <a:pt x="35013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33015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8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00" y="0"/>
                </a:lnTo>
                <a:lnTo>
                  <a:pt x="27178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77312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6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77312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26" y="0"/>
                </a:lnTo>
                <a:lnTo>
                  <a:pt x="27190" y="0"/>
                </a:lnTo>
                <a:lnTo>
                  <a:pt x="35039" y="7861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577312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26" y="0"/>
                </a:lnTo>
                <a:lnTo>
                  <a:pt x="27190" y="0"/>
                </a:lnTo>
                <a:lnTo>
                  <a:pt x="35039" y="7823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21660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21660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61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61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721660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23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65958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65958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65958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10280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10280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61"/>
                </a:lnTo>
                <a:lnTo>
                  <a:pt x="35039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010280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23"/>
                </a:lnTo>
                <a:lnTo>
                  <a:pt x="35039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154603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54603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61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54603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98926" y="47705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98926" y="491107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98926" y="50516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98752" y="783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98752" y="2189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098752" y="359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77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098752" y="4999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10" y="35001"/>
                </a:lnTo>
                <a:lnTo>
                  <a:pt x="0" y="27178"/>
                </a:lnTo>
                <a:lnTo>
                  <a:pt x="0" y="7823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23"/>
                </a:lnTo>
                <a:lnTo>
                  <a:pt x="35001" y="27178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43061" y="783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243061" y="2189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43061" y="359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243061" y="4999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48" y="35001"/>
                </a:lnTo>
                <a:lnTo>
                  <a:pt x="0" y="27178"/>
                </a:lnTo>
                <a:lnTo>
                  <a:pt x="0" y="7823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27178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387359" y="783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16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16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387359" y="2189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16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16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387359" y="359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16" y="35026"/>
                </a:moveTo>
                <a:lnTo>
                  <a:pt x="7861" y="35026"/>
                </a:lnTo>
                <a:lnTo>
                  <a:pt x="0" y="27177"/>
                </a:lnTo>
                <a:lnTo>
                  <a:pt x="0" y="7835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77"/>
                </a:lnTo>
                <a:lnTo>
                  <a:pt x="27216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87359" y="4999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16" y="35001"/>
                </a:moveTo>
                <a:lnTo>
                  <a:pt x="7861" y="35001"/>
                </a:lnTo>
                <a:lnTo>
                  <a:pt x="0" y="27178"/>
                </a:lnTo>
                <a:lnTo>
                  <a:pt x="0" y="7823"/>
                </a:lnTo>
                <a:lnTo>
                  <a:pt x="7861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23"/>
                </a:lnTo>
                <a:lnTo>
                  <a:pt x="35039" y="27178"/>
                </a:lnTo>
                <a:lnTo>
                  <a:pt x="27216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531707" y="783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531707" y="2189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531707" y="359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531707" y="4999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35" y="35001"/>
                </a:lnTo>
                <a:lnTo>
                  <a:pt x="0" y="27178"/>
                </a:lnTo>
                <a:lnTo>
                  <a:pt x="0" y="7823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23"/>
                </a:lnTo>
                <a:lnTo>
                  <a:pt x="35013" y="27178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676005" y="783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676005" y="2189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676005" y="359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676005" y="4999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48" y="35001"/>
                </a:lnTo>
                <a:lnTo>
                  <a:pt x="0" y="27178"/>
                </a:lnTo>
                <a:lnTo>
                  <a:pt x="0" y="7823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78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820327" y="783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820327" y="2189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820327" y="359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820327" y="4999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78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23"/>
                </a:lnTo>
                <a:lnTo>
                  <a:pt x="35039" y="27178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964650" y="783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964650" y="2189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964650" y="359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964650" y="4999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35" y="35001"/>
                </a:lnTo>
                <a:lnTo>
                  <a:pt x="0" y="27178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23"/>
                </a:lnTo>
                <a:lnTo>
                  <a:pt x="35026" y="27178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108973" y="783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108973" y="21890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108973" y="359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108973" y="49997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35" y="35001"/>
                </a:lnTo>
                <a:lnTo>
                  <a:pt x="0" y="27178"/>
                </a:lnTo>
                <a:lnTo>
                  <a:pt x="0" y="7823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78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xfrm>
            <a:off x="226523" y="393521"/>
            <a:ext cx="5927280" cy="658128"/>
          </a:xfrm>
          <a:prstGeom prst="rect">
            <a:avLst/>
          </a:prstGeom>
        </p:spPr>
        <p:txBody>
          <a:bodyPr vert="horz" wrap="square" lIns="0" tIns="225043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"/>
              </a:spcBef>
            </a:pPr>
            <a:r>
              <a:rPr lang="en-US" spc="185" dirty="0"/>
              <a:t>EXPERIMENTAL FLOWCHART</a:t>
            </a:r>
            <a:endParaRPr spc="170" dirty="0"/>
          </a:p>
        </p:txBody>
      </p:sp>
      <p:grpSp>
        <p:nvGrpSpPr>
          <p:cNvPr id="83" name="object 83"/>
          <p:cNvGrpSpPr/>
          <p:nvPr/>
        </p:nvGrpSpPr>
        <p:grpSpPr>
          <a:xfrm>
            <a:off x="1480832" y="2162810"/>
            <a:ext cx="1249680" cy="385445"/>
            <a:chOff x="1480832" y="2162810"/>
            <a:chExt cx="1249680" cy="385445"/>
          </a:xfrm>
        </p:grpSpPr>
        <p:sp>
          <p:nvSpPr>
            <p:cNvPr id="84" name="object 84"/>
            <p:cNvSpPr/>
            <p:nvPr/>
          </p:nvSpPr>
          <p:spPr>
            <a:xfrm>
              <a:off x="1493519" y="2176272"/>
              <a:ext cx="1224280" cy="360045"/>
            </a:xfrm>
            <a:custGeom>
              <a:avLst/>
              <a:gdLst/>
              <a:ahLst/>
              <a:cxnLst/>
              <a:rect l="l" t="t" r="r" b="b"/>
              <a:pathLst>
                <a:path w="1224280" h="360044">
                  <a:moveTo>
                    <a:pt x="1133856" y="359663"/>
                  </a:moveTo>
                  <a:lnTo>
                    <a:pt x="0" y="359663"/>
                  </a:lnTo>
                  <a:lnTo>
                    <a:pt x="89916" y="0"/>
                  </a:lnTo>
                  <a:lnTo>
                    <a:pt x="1223772" y="0"/>
                  </a:lnTo>
                  <a:lnTo>
                    <a:pt x="1133856" y="359663"/>
                  </a:lnTo>
                  <a:close/>
                </a:path>
              </a:pathLst>
            </a:custGeom>
            <a:solidFill>
              <a:srgbClr val="FF5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480832" y="2162810"/>
              <a:ext cx="1249680" cy="385445"/>
            </a:xfrm>
            <a:custGeom>
              <a:avLst/>
              <a:gdLst/>
              <a:ahLst/>
              <a:cxnLst/>
              <a:rect l="l" t="t" r="r" b="b"/>
              <a:pathLst>
                <a:path w="1249680" h="385444">
                  <a:moveTo>
                    <a:pt x="1146949" y="385444"/>
                  </a:moveTo>
                  <a:lnTo>
                    <a:pt x="12687" y="385444"/>
                  </a:lnTo>
                  <a:lnTo>
                    <a:pt x="10147" y="385190"/>
                  </a:lnTo>
                  <a:lnTo>
                    <a:pt x="0" y="372198"/>
                  </a:lnTo>
                  <a:lnTo>
                    <a:pt x="368" y="369658"/>
                  </a:lnTo>
                  <a:lnTo>
                    <a:pt x="90373" y="9613"/>
                  </a:lnTo>
                  <a:lnTo>
                    <a:pt x="102704" y="0"/>
                  </a:lnTo>
                  <a:lnTo>
                    <a:pt x="1236967" y="0"/>
                  </a:lnTo>
                  <a:lnTo>
                    <a:pt x="1249219" y="9613"/>
                  </a:lnTo>
                  <a:lnTo>
                    <a:pt x="1224648" y="9613"/>
                  </a:lnTo>
                  <a:lnTo>
                    <a:pt x="1223105" y="15786"/>
                  </a:lnTo>
                  <a:lnTo>
                    <a:pt x="115023" y="15786"/>
                  </a:lnTo>
                  <a:lnTo>
                    <a:pt x="102704" y="25400"/>
                  </a:lnTo>
                  <a:lnTo>
                    <a:pt x="112620" y="25400"/>
                  </a:lnTo>
                  <a:lnTo>
                    <a:pt x="28953" y="360044"/>
                  </a:lnTo>
                  <a:lnTo>
                    <a:pt x="12687" y="360044"/>
                  </a:lnTo>
                  <a:lnTo>
                    <a:pt x="25006" y="375831"/>
                  </a:lnTo>
                  <a:lnTo>
                    <a:pt x="1159281" y="375831"/>
                  </a:lnTo>
                  <a:lnTo>
                    <a:pt x="1158303" y="378447"/>
                  </a:lnTo>
                  <a:lnTo>
                    <a:pt x="1156779" y="380796"/>
                  </a:lnTo>
                  <a:lnTo>
                    <a:pt x="1154772" y="382752"/>
                  </a:lnTo>
                  <a:lnTo>
                    <a:pt x="1152385" y="384225"/>
                  </a:lnTo>
                  <a:lnTo>
                    <a:pt x="1149743" y="385140"/>
                  </a:lnTo>
                  <a:lnTo>
                    <a:pt x="1146949" y="385444"/>
                  </a:lnTo>
                  <a:close/>
                </a:path>
                <a:path w="1249680" h="385444">
                  <a:moveTo>
                    <a:pt x="1134630" y="369658"/>
                  </a:moveTo>
                  <a:lnTo>
                    <a:pt x="1224648" y="9613"/>
                  </a:lnTo>
                  <a:lnTo>
                    <a:pt x="1236967" y="25400"/>
                  </a:lnTo>
                  <a:lnTo>
                    <a:pt x="1246882" y="25400"/>
                  </a:lnTo>
                  <a:lnTo>
                    <a:pt x="1163227" y="360044"/>
                  </a:lnTo>
                  <a:lnTo>
                    <a:pt x="1146949" y="360044"/>
                  </a:lnTo>
                  <a:lnTo>
                    <a:pt x="1134630" y="369658"/>
                  </a:lnTo>
                  <a:close/>
                </a:path>
                <a:path w="1249680" h="385444">
                  <a:moveTo>
                    <a:pt x="1246882" y="25400"/>
                  </a:moveTo>
                  <a:lnTo>
                    <a:pt x="1236967" y="25400"/>
                  </a:lnTo>
                  <a:lnTo>
                    <a:pt x="1224648" y="9613"/>
                  </a:lnTo>
                  <a:lnTo>
                    <a:pt x="1249219" y="9613"/>
                  </a:lnTo>
                  <a:lnTo>
                    <a:pt x="1249502" y="10693"/>
                  </a:lnTo>
                  <a:lnTo>
                    <a:pt x="1249654" y="13246"/>
                  </a:lnTo>
                  <a:lnTo>
                    <a:pt x="1249286" y="15786"/>
                  </a:lnTo>
                  <a:lnTo>
                    <a:pt x="1246882" y="25400"/>
                  </a:lnTo>
                  <a:close/>
                </a:path>
                <a:path w="1249680" h="385444">
                  <a:moveTo>
                    <a:pt x="112620" y="25400"/>
                  </a:moveTo>
                  <a:lnTo>
                    <a:pt x="102704" y="25400"/>
                  </a:lnTo>
                  <a:lnTo>
                    <a:pt x="115023" y="15786"/>
                  </a:lnTo>
                  <a:lnTo>
                    <a:pt x="112620" y="25400"/>
                  </a:lnTo>
                  <a:close/>
                </a:path>
                <a:path w="1249680" h="385444">
                  <a:moveTo>
                    <a:pt x="1220701" y="25400"/>
                  </a:moveTo>
                  <a:lnTo>
                    <a:pt x="112620" y="25400"/>
                  </a:lnTo>
                  <a:lnTo>
                    <a:pt x="115023" y="15786"/>
                  </a:lnTo>
                  <a:lnTo>
                    <a:pt x="1223105" y="15786"/>
                  </a:lnTo>
                  <a:lnTo>
                    <a:pt x="1220701" y="25400"/>
                  </a:lnTo>
                  <a:close/>
                </a:path>
                <a:path w="1249680" h="385444">
                  <a:moveTo>
                    <a:pt x="25006" y="375831"/>
                  </a:moveTo>
                  <a:lnTo>
                    <a:pt x="12687" y="360044"/>
                  </a:lnTo>
                  <a:lnTo>
                    <a:pt x="28953" y="360044"/>
                  </a:lnTo>
                  <a:lnTo>
                    <a:pt x="25006" y="375831"/>
                  </a:lnTo>
                  <a:close/>
                </a:path>
                <a:path w="1249680" h="385444">
                  <a:moveTo>
                    <a:pt x="1159281" y="375831"/>
                  </a:moveTo>
                  <a:lnTo>
                    <a:pt x="25006" y="375831"/>
                  </a:lnTo>
                  <a:lnTo>
                    <a:pt x="28953" y="360044"/>
                  </a:lnTo>
                  <a:lnTo>
                    <a:pt x="1137034" y="360044"/>
                  </a:lnTo>
                  <a:lnTo>
                    <a:pt x="1134630" y="369658"/>
                  </a:lnTo>
                  <a:lnTo>
                    <a:pt x="1160824" y="369658"/>
                  </a:lnTo>
                  <a:lnTo>
                    <a:pt x="1159281" y="375831"/>
                  </a:lnTo>
                  <a:close/>
                </a:path>
                <a:path w="1249680" h="385444">
                  <a:moveTo>
                    <a:pt x="1160824" y="369658"/>
                  </a:moveTo>
                  <a:lnTo>
                    <a:pt x="1134630" y="369658"/>
                  </a:lnTo>
                  <a:lnTo>
                    <a:pt x="1146949" y="360044"/>
                  </a:lnTo>
                  <a:lnTo>
                    <a:pt x="1163227" y="360044"/>
                  </a:lnTo>
                  <a:lnTo>
                    <a:pt x="1160824" y="369658"/>
                  </a:lnTo>
                  <a:close/>
                </a:path>
              </a:pathLst>
            </a:custGeom>
            <a:solidFill>
              <a:srgbClr val="FFC4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786077" y="2185428"/>
            <a:ext cx="79123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272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chemeClr val="bg1"/>
                </a:solidFill>
                <a:latin typeface="Arial"/>
                <a:cs typeface="Arial"/>
              </a:rPr>
              <a:t>Data </a:t>
            </a:r>
            <a:r>
              <a:rPr sz="1000" b="1" spc="-10" dirty="0">
                <a:solidFill>
                  <a:schemeClr val="bg1"/>
                </a:solidFill>
                <a:latin typeface="Arial"/>
                <a:cs typeface="Arial"/>
              </a:rPr>
              <a:t>Acquisition</a:t>
            </a:r>
            <a:endParaRPr sz="10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3227070" y="1838960"/>
            <a:ext cx="1969770" cy="1033144"/>
            <a:chOff x="3227070" y="1838960"/>
            <a:chExt cx="1969770" cy="1033144"/>
          </a:xfrm>
        </p:grpSpPr>
        <p:sp>
          <p:nvSpPr>
            <p:cNvPr id="88" name="object 88"/>
            <p:cNvSpPr/>
            <p:nvPr/>
          </p:nvSpPr>
          <p:spPr>
            <a:xfrm>
              <a:off x="3240024" y="1851660"/>
              <a:ext cx="1945005" cy="1007744"/>
            </a:xfrm>
            <a:custGeom>
              <a:avLst/>
              <a:gdLst/>
              <a:ahLst/>
              <a:cxnLst/>
              <a:rect l="l" t="t" r="r" b="b"/>
              <a:pathLst>
                <a:path w="1945004" h="1007744">
                  <a:moveTo>
                    <a:pt x="1944624" y="1007363"/>
                  </a:moveTo>
                  <a:lnTo>
                    <a:pt x="0" y="1007363"/>
                  </a:lnTo>
                  <a:lnTo>
                    <a:pt x="0" y="0"/>
                  </a:lnTo>
                  <a:lnTo>
                    <a:pt x="1944624" y="0"/>
                  </a:lnTo>
                  <a:lnTo>
                    <a:pt x="1944624" y="1007363"/>
                  </a:lnTo>
                  <a:close/>
                </a:path>
              </a:pathLst>
            </a:custGeom>
            <a:solidFill>
              <a:srgbClr val="2884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27070" y="1838960"/>
              <a:ext cx="1969770" cy="1033144"/>
            </a:xfrm>
            <a:custGeom>
              <a:avLst/>
              <a:gdLst/>
              <a:ahLst/>
              <a:cxnLst/>
              <a:rect l="l" t="t" r="r" b="b"/>
              <a:pathLst>
                <a:path w="1969770" h="1033144">
                  <a:moveTo>
                    <a:pt x="1957070" y="1033144"/>
                  </a:moveTo>
                  <a:lnTo>
                    <a:pt x="12700" y="1033144"/>
                  </a:lnTo>
                  <a:lnTo>
                    <a:pt x="10223" y="1032903"/>
                  </a:lnTo>
                  <a:lnTo>
                    <a:pt x="0" y="1020444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1957070" y="0"/>
                  </a:lnTo>
                  <a:lnTo>
                    <a:pt x="1969770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1007744"/>
                  </a:lnTo>
                  <a:lnTo>
                    <a:pt x="12700" y="1007744"/>
                  </a:lnTo>
                  <a:lnTo>
                    <a:pt x="25400" y="1020444"/>
                  </a:lnTo>
                  <a:lnTo>
                    <a:pt x="1969770" y="1020444"/>
                  </a:lnTo>
                  <a:lnTo>
                    <a:pt x="1969528" y="1022921"/>
                  </a:lnTo>
                  <a:lnTo>
                    <a:pt x="1959546" y="1032903"/>
                  </a:lnTo>
                  <a:lnTo>
                    <a:pt x="1957070" y="1033144"/>
                  </a:lnTo>
                  <a:close/>
                </a:path>
                <a:path w="1969770" h="103314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1969770" h="1033144">
                  <a:moveTo>
                    <a:pt x="1944370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1944370" y="12700"/>
                  </a:lnTo>
                  <a:lnTo>
                    <a:pt x="1944370" y="25400"/>
                  </a:lnTo>
                  <a:close/>
                </a:path>
                <a:path w="1969770" h="1033144">
                  <a:moveTo>
                    <a:pt x="1944370" y="1020444"/>
                  </a:moveTo>
                  <a:lnTo>
                    <a:pt x="1944370" y="12700"/>
                  </a:lnTo>
                  <a:lnTo>
                    <a:pt x="1957070" y="25400"/>
                  </a:lnTo>
                  <a:lnTo>
                    <a:pt x="1969770" y="25400"/>
                  </a:lnTo>
                  <a:lnTo>
                    <a:pt x="1969770" y="1007744"/>
                  </a:lnTo>
                  <a:lnTo>
                    <a:pt x="1957070" y="1007744"/>
                  </a:lnTo>
                  <a:lnTo>
                    <a:pt x="1944370" y="1020444"/>
                  </a:lnTo>
                  <a:close/>
                </a:path>
                <a:path w="1969770" h="1033144">
                  <a:moveTo>
                    <a:pt x="1969770" y="25400"/>
                  </a:moveTo>
                  <a:lnTo>
                    <a:pt x="1957070" y="25400"/>
                  </a:lnTo>
                  <a:lnTo>
                    <a:pt x="1944370" y="12700"/>
                  </a:lnTo>
                  <a:lnTo>
                    <a:pt x="1969770" y="12700"/>
                  </a:lnTo>
                  <a:lnTo>
                    <a:pt x="1969770" y="25400"/>
                  </a:lnTo>
                  <a:close/>
                </a:path>
                <a:path w="1969770" h="1033144">
                  <a:moveTo>
                    <a:pt x="25400" y="1020444"/>
                  </a:moveTo>
                  <a:lnTo>
                    <a:pt x="12700" y="1007744"/>
                  </a:lnTo>
                  <a:lnTo>
                    <a:pt x="25400" y="1007744"/>
                  </a:lnTo>
                  <a:lnTo>
                    <a:pt x="25400" y="1020444"/>
                  </a:lnTo>
                  <a:close/>
                </a:path>
                <a:path w="1969770" h="1033144">
                  <a:moveTo>
                    <a:pt x="1944370" y="1020444"/>
                  </a:moveTo>
                  <a:lnTo>
                    <a:pt x="25400" y="1020444"/>
                  </a:lnTo>
                  <a:lnTo>
                    <a:pt x="25400" y="1007744"/>
                  </a:lnTo>
                  <a:lnTo>
                    <a:pt x="1944370" y="1007744"/>
                  </a:lnTo>
                  <a:lnTo>
                    <a:pt x="1944370" y="1020444"/>
                  </a:lnTo>
                  <a:close/>
                </a:path>
                <a:path w="1969770" h="1033144">
                  <a:moveTo>
                    <a:pt x="1969770" y="1020444"/>
                  </a:moveTo>
                  <a:lnTo>
                    <a:pt x="1944370" y="1020444"/>
                  </a:lnTo>
                  <a:lnTo>
                    <a:pt x="1957070" y="1007744"/>
                  </a:lnTo>
                  <a:lnTo>
                    <a:pt x="1969770" y="1007744"/>
                  </a:lnTo>
                  <a:lnTo>
                    <a:pt x="1969770" y="1020444"/>
                  </a:lnTo>
                  <a:close/>
                </a:path>
              </a:pathLst>
            </a:custGeom>
            <a:solidFill>
              <a:srgbClr val="67C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501341" y="2225371"/>
            <a:ext cx="1462353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F8F8F8"/>
                </a:solidFill>
                <a:latin typeface="Arial"/>
                <a:cs typeface="Arial"/>
              </a:rPr>
              <a:t>Programming</a:t>
            </a:r>
            <a:endParaRPr sz="1600" b="1" dirty="0">
              <a:latin typeface="Arial"/>
              <a:cs typeface="Arial"/>
            </a:endParaRPr>
          </a:p>
        </p:txBody>
      </p:sp>
      <p:pic>
        <p:nvPicPr>
          <p:cNvPr id="91" name="object 9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5244" y="1817941"/>
            <a:ext cx="1564767" cy="1115187"/>
          </a:xfrm>
          <a:prstGeom prst="rect">
            <a:avLst/>
          </a:prstGeom>
        </p:spPr>
      </p:pic>
      <p:sp>
        <p:nvSpPr>
          <p:cNvPr id="92" name="object 92"/>
          <p:cNvSpPr txBox="1"/>
          <p:nvPr/>
        </p:nvSpPr>
        <p:spPr>
          <a:xfrm>
            <a:off x="6135839" y="1924519"/>
            <a:ext cx="5632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2E3535"/>
                </a:solidFill>
                <a:latin typeface="Calibri"/>
                <a:cs typeface="Calibri"/>
              </a:rPr>
              <a:t>Is</a:t>
            </a:r>
            <a:r>
              <a:rPr sz="900" b="1" spc="500" dirty="0">
                <a:solidFill>
                  <a:srgbClr val="2E353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2E3535"/>
                </a:solidFill>
                <a:latin typeface="Calibri"/>
                <a:cs typeface="Calibri"/>
              </a:rPr>
              <a:t>experiment</a:t>
            </a:r>
            <a:r>
              <a:rPr sz="900" b="1" dirty="0">
                <a:solidFill>
                  <a:srgbClr val="2E3535"/>
                </a:solidFill>
                <a:latin typeface="Calibri"/>
                <a:cs typeface="Calibri"/>
              </a:rPr>
              <a:t> al</a:t>
            </a:r>
            <a:r>
              <a:rPr sz="900" b="1" spc="-10" dirty="0">
                <a:solidFill>
                  <a:srgbClr val="2E3535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2E3535"/>
                </a:solidFill>
                <a:latin typeface="Calibri"/>
                <a:cs typeface="Calibri"/>
              </a:rPr>
              <a:t>data</a:t>
            </a:r>
            <a:r>
              <a:rPr sz="900" b="1" spc="-5" dirty="0">
                <a:solidFill>
                  <a:srgbClr val="2E3535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2E3535"/>
                </a:solidFill>
                <a:latin typeface="Calibri"/>
                <a:cs typeface="Calibri"/>
              </a:rPr>
              <a:t>is</a:t>
            </a:r>
            <a:r>
              <a:rPr sz="900" b="1" dirty="0">
                <a:solidFill>
                  <a:srgbClr val="2E3535"/>
                </a:solidFill>
                <a:latin typeface="Calibri"/>
                <a:cs typeface="Calibri"/>
              </a:rPr>
              <a:t> similar</a:t>
            </a:r>
            <a:r>
              <a:rPr sz="900" b="1" spc="-25" dirty="0">
                <a:solidFill>
                  <a:srgbClr val="2E3535"/>
                </a:solidFill>
                <a:latin typeface="Calibri"/>
                <a:cs typeface="Calibri"/>
              </a:rPr>
              <a:t> to</a:t>
            </a:r>
            <a:r>
              <a:rPr sz="900" b="1" spc="500" dirty="0">
                <a:solidFill>
                  <a:srgbClr val="2E353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2E3535"/>
                </a:solidFill>
                <a:latin typeface="Calibri"/>
                <a:cs typeface="Calibri"/>
              </a:rPr>
              <a:t>theoretical</a:t>
            </a:r>
            <a:r>
              <a:rPr sz="900" b="1" spc="500" dirty="0">
                <a:solidFill>
                  <a:srgbClr val="2E353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2E3535"/>
                </a:solidFill>
                <a:latin typeface="Calibri"/>
                <a:cs typeface="Calibri"/>
              </a:rPr>
              <a:t>data?</a:t>
            </a:r>
            <a:endParaRPr sz="900" b="1" dirty="0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67144" y="2199004"/>
            <a:ext cx="817244" cy="312420"/>
            <a:chOff x="167144" y="2199004"/>
            <a:chExt cx="817244" cy="312420"/>
          </a:xfrm>
        </p:grpSpPr>
        <p:sp>
          <p:nvSpPr>
            <p:cNvPr id="94" name="object 94"/>
            <p:cNvSpPr/>
            <p:nvPr/>
          </p:nvSpPr>
          <p:spPr>
            <a:xfrm>
              <a:off x="179832" y="2211323"/>
              <a:ext cx="792480" cy="288290"/>
            </a:xfrm>
            <a:custGeom>
              <a:avLst/>
              <a:gdLst/>
              <a:ahLst/>
              <a:cxnLst/>
              <a:rect l="l" t="t" r="r" b="b"/>
              <a:pathLst>
                <a:path w="792480" h="288289">
                  <a:moveTo>
                    <a:pt x="743712" y="288036"/>
                  </a:moveTo>
                  <a:lnTo>
                    <a:pt x="47243" y="288036"/>
                  </a:lnTo>
                  <a:lnTo>
                    <a:pt x="28914" y="284279"/>
                  </a:lnTo>
                  <a:lnTo>
                    <a:pt x="13858" y="274081"/>
                  </a:lnTo>
                  <a:lnTo>
                    <a:pt x="3684" y="259050"/>
                  </a:lnTo>
                  <a:lnTo>
                    <a:pt x="0" y="240792"/>
                  </a:lnTo>
                  <a:lnTo>
                    <a:pt x="0" y="48768"/>
                  </a:lnTo>
                  <a:lnTo>
                    <a:pt x="3684" y="29843"/>
                  </a:lnTo>
                  <a:lnTo>
                    <a:pt x="13858" y="14430"/>
                  </a:lnTo>
                  <a:lnTo>
                    <a:pt x="28914" y="3994"/>
                  </a:lnTo>
                  <a:lnTo>
                    <a:pt x="47243" y="0"/>
                  </a:lnTo>
                  <a:lnTo>
                    <a:pt x="743712" y="0"/>
                  </a:lnTo>
                  <a:lnTo>
                    <a:pt x="787628" y="29843"/>
                  </a:lnTo>
                  <a:lnTo>
                    <a:pt x="792480" y="240792"/>
                  </a:lnTo>
                  <a:lnTo>
                    <a:pt x="788271" y="259050"/>
                  </a:lnTo>
                  <a:lnTo>
                    <a:pt x="777763" y="274081"/>
                  </a:lnTo>
                  <a:lnTo>
                    <a:pt x="762422" y="284279"/>
                  </a:lnTo>
                  <a:lnTo>
                    <a:pt x="743712" y="288036"/>
                  </a:lnTo>
                  <a:close/>
                </a:path>
              </a:pathLst>
            </a:custGeom>
            <a:solidFill>
              <a:srgbClr val="FF9C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67144" y="2199004"/>
              <a:ext cx="817244" cy="312420"/>
            </a:xfrm>
            <a:custGeom>
              <a:avLst/>
              <a:gdLst/>
              <a:ahLst/>
              <a:cxnLst/>
              <a:rect l="l" t="t" r="r" b="b"/>
              <a:pathLst>
                <a:path w="817244" h="312419">
                  <a:moveTo>
                    <a:pt x="773887" y="2539"/>
                  </a:moveTo>
                  <a:lnTo>
                    <a:pt x="43078" y="2539"/>
                  </a:lnTo>
                  <a:lnTo>
                    <a:pt x="47675" y="1269"/>
                  </a:lnTo>
                  <a:lnTo>
                    <a:pt x="48920" y="0"/>
                  </a:lnTo>
                  <a:lnTo>
                    <a:pt x="768045" y="0"/>
                  </a:lnTo>
                  <a:lnTo>
                    <a:pt x="769289" y="1269"/>
                  </a:lnTo>
                  <a:lnTo>
                    <a:pt x="773887" y="2539"/>
                  </a:lnTo>
                  <a:close/>
                </a:path>
                <a:path w="817244" h="312419">
                  <a:moveTo>
                    <a:pt x="779487" y="3810"/>
                  </a:moveTo>
                  <a:lnTo>
                    <a:pt x="37477" y="3810"/>
                  </a:lnTo>
                  <a:lnTo>
                    <a:pt x="41884" y="2539"/>
                  </a:lnTo>
                  <a:lnTo>
                    <a:pt x="775081" y="2539"/>
                  </a:lnTo>
                  <a:lnTo>
                    <a:pt x="779487" y="3810"/>
                  </a:lnTo>
                  <a:close/>
                </a:path>
                <a:path w="817244" h="312419">
                  <a:moveTo>
                    <a:pt x="802855" y="21589"/>
                  </a:moveTo>
                  <a:lnTo>
                    <a:pt x="14109" y="21589"/>
                  </a:lnTo>
                  <a:lnTo>
                    <a:pt x="17208" y="17780"/>
                  </a:lnTo>
                  <a:lnTo>
                    <a:pt x="18059" y="16510"/>
                  </a:lnTo>
                  <a:lnTo>
                    <a:pt x="21462" y="13969"/>
                  </a:lnTo>
                  <a:lnTo>
                    <a:pt x="22402" y="12700"/>
                  </a:lnTo>
                  <a:lnTo>
                    <a:pt x="26098" y="10160"/>
                  </a:lnTo>
                  <a:lnTo>
                    <a:pt x="27101" y="8889"/>
                  </a:lnTo>
                  <a:lnTo>
                    <a:pt x="31051" y="7619"/>
                  </a:lnTo>
                  <a:lnTo>
                    <a:pt x="32143" y="6350"/>
                  </a:lnTo>
                  <a:lnTo>
                    <a:pt x="36334" y="3810"/>
                  </a:lnTo>
                  <a:lnTo>
                    <a:pt x="780630" y="3810"/>
                  </a:lnTo>
                  <a:lnTo>
                    <a:pt x="784821" y="6350"/>
                  </a:lnTo>
                  <a:lnTo>
                    <a:pt x="785914" y="7619"/>
                  </a:lnTo>
                  <a:lnTo>
                    <a:pt x="789863" y="8889"/>
                  </a:lnTo>
                  <a:lnTo>
                    <a:pt x="790867" y="10160"/>
                  </a:lnTo>
                  <a:lnTo>
                    <a:pt x="794562" y="12700"/>
                  </a:lnTo>
                  <a:lnTo>
                    <a:pt x="795502" y="13969"/>
                  </a:lnTo>
                  <a:lnTo>
                    <a:pt x="798906" y="16510"/>
                  </a:lnTo>
                  <a:lnTo>
                    <a:pt x="799757" y="17780"/>
                  </a:lnTo>
                  <a:lnTo>
                    <a:pt x="802855" y="21589"/>
                  </a:lnTo>
                  <a:close/>
                </a:path>
                <a:path w="817244" h="312419">
                  <a:moveTo>
                    <a:pt x="50609" y="285750"/>
                  </a:moveTo>
                  <a:lnTo>
                    <a:pt x="9893" y="285750"/>
                  </a:lnTo>
                  <a:lnTo>
                    <a:pt x="7492" y="280669"/>
                  </a:lnTo>
                  <a:lnTo>
                    <a:pt x="6908" y="280669"/>
                  </a:lnTo>
                  <a:lnTo>
                    <a:pt x="4889" y="275589"/>
                  </a:lnTo>
                  <a:lnTo>
                    <a:pt x="4406" y="274319"/>
                  </a:lnTo>
                  <a:lnTo>
                    <a:pt x="2794" y="270510"/>
                  </a:lnTo>
                  <a:lnTo>
                    <a:pt x="0" y="57150"/>
                  </a:lnTo>
                  <a:lnTo>
                    <a:pt x="126" y="54610"/>
                  </a:lnTo>
                  <a:lnTo>
                    <a:pt x="6908" y="31750"/>
                  </a:lnTo>
                  <a:lnTo>
                    <a:pt x="7492" y="30480"/>
                  </a:lnTo>
                  <a:lnTo>
                    <a:pt x="9893" y="26669"/>
                  </a:lnTo>
                  <a:lnTo>
                    <a:pt x="10579" y="25400"/>
                  </a:lnTo>
                  <a:lnTo>
                    <a:pt x="13335" y="21589"/>
                  </a:lnTo>
                  <a:lnTo>
                    <a:pt x="803630" y="21589"/>
                  </a:lnTo>
                  <a:lnTo>
                    <a:pt x="805467" y="24130"/>
                  </a:lnTo>
                  <a:lnTo>
                    <a:pt x="61150" y="24130"/>
                  </a:lnTo>
                  <a:lnTo>
                    <a:pt x="56248" y="25400"/>
                  </a:lnTo>
                  <a:lnTo>
                    <a:pt x="54000" y="25400"/>
                  </a:lnTo>
                  <a:lnTo>
                    <a:pt x="49415" y="26669"/>
                  </a:lnTo>
                  <a:lnTo>
                    <a:pt x="47358" y="26669"/>
                  </a:lnTo>
                  <a:lnTo>
                    <a:pt x="43167" y="29210"/>
                  </a:lnTo>
                  <a:lnTo>
                    <a:pt x="44246" y="29210"/>
                  </a:lnTo>
                  <a:lnTo>
                    <a:pt x="40297" y="30480"/>
                  </a:lnTo>
                  <a:lnTo>
                    <a:pt x="41300" y="30480"/>
                  </a:lnTo>
                  <a:lnTo>
                    <a:pt x="37617" y="33019"/>
                  </a:lnTo>
                  <a:lnTo>
                    <a:pt x="38544" y="33019"/>
                  </a:lnTo>
                  <a:lnTo>
                    <a:pt x="36842" y="34289"/>
                  </a:lnTo>
                  <a:lnTo>
                    <a:pt x="36004" y="34289"/>
                  </a:lnTo>
                  <a:lnTo>
                    <a:pt x="33938" y="36830"/>
                  </a:lnTo>
                  <a:lnTo>
                    <a:pt x="33680" y="36830"/>
                  </a:lnTo>
                  <a:lnTo>
                    <a:pt x="31843" y="39369"/>
                  </a:lnTo>
                  <a:lnTo>
                    <a:pt x="31597" y="39369"/>
                  </a:lnTo>
                  <a:lnTo>
                    <a:pt x="29197" y="43180"/>
                  </a:lnTo>
                  <a:lnTo>
                    <a:pt x="29794" y="43180"/>
                  </a:lnTo>
                  <a:lnTo>
                    <a:pt x="28448" y="45719"/>
                  </a:lnTo>
                  <a:lnTo>
                    <a:pt x="28257" y="45719"/>
                  </a:lnTo>
                  <a:lnTo>
                    <a:pt x="26644" y="49530"/>
                  </a:lnTo>
                  <a:lnTo>
                    <a:pt x="27012" y="49530"/>
                  </a:lnTo>
                  <a:lnTo>
                    <a:pt x="26225" y="52069"/>
                  </a:lnTo>
                  <a:lnTo>
                    <a:pt x="26085" y="52069"/>
                  </a:lnTo>
                  <a:lnTo>
                    <a:pt x="25918" y="52904"/>
                  </a:lnTo>
                  <a:lnTo>
                    <a:pt x="25904" y="53339"/>
                  </a:lnTo>
                  <a:lnTo>
                    <a:pt x="25542" y="55880"/>
                  </a:lnTo>
                  <a:lnTo>
                    <a:pt x="25307" y="59689"/>
                  </a:lnTo>
                  <a:lnTo>
                    <a:pt x="25247" y="251460"/>
                  </a:lnTo>
                  <a:lnTo>
                    <a:pt x="25307" y="252730"/>
                  </a:lnTo>
                  <a:lnTo>
                    <a:pt x="25361" y="255269"/>
                  </a:lnTo>
                  <a:lnTo>
                    <a:pt x="25488" y="256539"/>
                  </a:lnTo>
                  <a:lnTo>
                    <a:pt x="25844" y="257810"/>
                  </a:lnTo>
                  <a:lnTo>
                    <a:pt x="26085" y="259080"/>
                  </a:lnTo>
                  <a:lnTo>
                    <a:pt x="26717" y="261619"/>
                  </a:lnTo>
                  <a:lnTo>
                    <a:pt x="27012" y="262889"/>
                  </a:lnTo>
                  <a:lnTo>
                    <a:pt x="27854" y="265430"/>
                  </a:lnTo>
                  <a:lnTo>
                    <a:pt x="28257" y="266700"/>
                  </a:lnTo>
                  <a:lnTo>
                    <a:pt x="28448" y="266700"/>
                  </a:lnTo>
                  <a:lnTo>
                    <a:pt x="29794" y="269239"/>
                  </a:lnTo>
                  <a:lnTo>
                    <a:pt x="29997" y="269239"/>
                  </a:lnTo>
                  <a:lnTo>
                    <a:pt x="31597" y="271780"/>
                  </a:lnTo>
                  <a:lnTo>
                    <a:pt x="31843" y="271780"/>
                  </a:lnTo>
                  <a:lnTo>
                    <a:pt x="33680" y="274319"/>
                  </a:lnTo>
                  <a:lnTo>
                    <a:pt x="32905" y="274319"/>
                  </a:lnTo>
                  <a:lnTo>
                    <a:pt x="36004" y="276860"/>
                  </a:lnTo>
                  <a:lnTo>
                    <a:pt x="35140" y="276860"/>
                  </a:lnTo>
                  <a:lnTo>
                    <a:pt x="38544" y="279400"/>
                  </a:lnTo>
                  <a:lnTo>
                    <a:pt x="38845" y="279400"/>
                  </a:lnTo>
                  <a:lnTo>
                    <a:pt x="41300" y="281939"/>
                  </a:lnTo>
                  <a:lnTo>
                    <a:pt x="42271" y="281939"/>
                  </a:lnTo>
                  <a:lnTo>
                    <a:pt x="44246" y="283210"/>
                  </a:lnTo>
                  <a:lnTo>
                    <a:pt x="45262" y="283210"/>
                  </a:lnTo>
                  <a:lnTo>
                    <a:pt x="47358" y="284480"/>
                  </a:lnTo>
                  <a:lnTo>
                    <a:pt x="46202" y="284480"/>
                  </a:lnTo>
                  <a:lnTo>
                    <a:pt x="50609" y="285750"/>
                  </a:lnTo>
                  <a:close/>
                </a:path>
                <a:path w="817244" h="312419">
                  <a:moveTo>
                    <a:pt x="756462" y="25400"/>
                  </a:moveTo>
                  <a:lnTo>
                    <a:pt x="60502" y="25400"/>
                  </a:lnTo>
                  <a:lnTo>
                    <a:pt x="61150" y="24130"/>
                  </a:lnTo>
                  <a:lnTo>
                    <a:pt x="755815" y="24130"/>
                  </a:lnTo>
                  <a:lnTo>
                    <a:pt x="756462" y="25400"/>
                  </a:lnTo>
                  <a:close/>
                </a:path>
                <a:path w="817244" h="312419">
                  <a:moveTo>
                    <a:pt x="781824" y="35560"/>
                  </a:moveTo>
                  <a:lnTo>
                    <a:pt x="778421" y="33019"/>
                  </a:lnTo>
                  <a:lnTo>
                    <a:pt x="779348" y="33019"/>
                  </a:lnTo>
                  <a:lnTo>
                    <a:pt x="775665" y="30480"/>
                  </a:lnTo>
                  <a:lnTo>
                    <a:pt x="776668" y="30480"/>
                  </a:lnTo>
                  <a:lnTo>
                    <a:pt x="772718" y="29210"/>
                  </a:lnTo>
                  <a:lnTo>
                    <a:pt x="773798" y="29210"/>
                  </a:lnTo>
                  <a:lnTo>
                    <a:pt x="769607" y="26669"/>
                  </a:lnTo>
                  <a:lnTo>
                    <a:pt x="767549" y="26669"/>
                  </a:lnTo>
                  <a:lnTo>
                    <a:pt x="762965" y="25400"/>
                  </a:lnTo>
                  <a:lnTo>
                    <a:pt x="760717" y="25400"/>
                  </a:lnTo>
                  <a:lnTo>
                    <a:pt x="755815" y="24130"/>
                  </a:lnTo>
                  <a:lnTo>
                    <a:pt x="805467" y="24130"/>
                  </a:lnTo>
                  <a:lnTo>
                    <a:pt x="806386" y="25400"/>
                  </a:lnTo>
                  <a:lnTo>
                    <a:pt x="807072" y="26669"/>
                  </a:lnTo>
                  <a:lnTo>
                    <a:pt x="809472" y="30480"/>
                  </a:lnTo>
                  <a:lnTo>
                    <a:pt x="810056" y="31750"/>
                  </a:lnTo>
                  <a:lnTo>
                    <a:pt x="811402" y="34289"/>
                  </a:lnTo>
                  <a:lnTo>
                    <a:pt x="780961" y="34289"/>
                  </a:lnTo>
                  <a:lnTo>
                    <a:pt x="781824" y="35560"/>
                  </a:lnTo>
                  <a:close/>
                </a:path>
                <a:path w="817244" h="312419">
                  <a:moveTo>
                    <a:pt x="46202" y="27939"/>
                  </a:moveTo>
                  <a:lnTo>
                    <a:pt x="47358" y="26669"/>
                  </a:lnTo>
                  <a:lnTo>
                    <a:pt x="50609" y="26669"/>
                  </a:lnTo>
                  <a:lnTo>
                    <a:pt x="46202" y="27939"/>
                  </a:lnTo>
                  <a:close/>
                </a:path>
                <a:path w="817244" h="312419">
                  <a:moveTo>
                    <a:pt x="770763" y="27939"/>
                  </a:moveTo>
                  <a:lnTo>
                    <a:pt x="766356" y="26669"/>
                  </a:lnTo>
                  <a:lnTo>
                    <a:pt x="769607" y="26669"/>
                  </a:lnTo>
                  <a:lnTo>
                    <a:pt x="770763" y="27939"/>
                  </a:lnTo>
                  <a:close/>
                </a:path>
                <a:path w="817244" h="312419">
                  <a:moveTo>
                    <a:pt x="35140" y="35560"/>
                  </a:moveTo>
                  <a:lnTo>
                    <a:pt x="36004" y="34289"/>
                  </a:lnTo>
                  <a:lnTo>
                    <a:pt x="36842" y="34289"/>
                  </a:lnTo>
                  <a:lnTo>
                    <a:pt x="35140" y="35560"/>
                  </a:lnTo>
                  <a:close/>
                </a:path>
                <a:path w="817244" h="312419">
                  <a:moveTo>
                    <a:pt x="784059" y="38100"/>
                  </a:moveTo>
                  <a:lnTo>
                    <a:pt x="780961" y="34289"/>
                  </a:lnTo>
                  <a:lnTo>
                    <a:pt x="811402" y="34289"/>
                  </a:lnTo>
                  <a:lnTo>
                    <a:pt x="812076" y="35560"/>
                  </a:lnTo>
                  <a:lnTo>
                    <a:pt x="812558" y="36830"/>
                  </a:lnTo>
                  <a:lnTo>
                    <a:pt x="783285" y="36830"/>
                  </a:lnTo>
                  <a:lnTo>
                    <a:pt x="784059" y="38100"/>
                  </a:lnTo>
                  <a:close/>
                </a:path>
                <a:path w="817244" h="312419">
                  <a:moveTo>
                    <a:pt x="32905" y="38100"/>
                  </a:moveTo>
                  <a:lnTo>
                    <a:pt x="33680" y="36830"/>
                  </a:lnTo>
                  <a:lnTo>
                    <a:pt x="33938" y="36830"/>
                  </a:lnTo>
                  <a:lnTo>
                    <a:pt x="32905" y="38100"/>
                  </a:lnTo>
                  <a:close/>
                </a:path>
                <a:path w="817244" h="312419">
                  <a:moveTo>
                    <a:pt x="786041" y="40639"/>
                  </a:moveTo>
                  <a:lnTo>
                    <a:pt x="783285" y="36830"/>
                  </a:lnTo>
                  <a:lnTo>
                    <a:pt x="812558" y="36830"/>
                  </a:lnTo>
                  <a:lnTo>
                    <a:pt x="813365" y="39369"/>
                  </a:lnTo>
                  <a:lnTo>
                    <a:pt x="785368" y="39369"/>
                  </a:lnTo>
                  <a:lnTo>
                    <a:pt x="786041" y="40639"/>
                  </a:lnTo>
                  <a:close/>
                </a:path>
                <a:path w="817244" h="312419">
                  <a:moveTo>
                    <a:pt x="30924" y="40639"/>
                  </a:moveTo>
                  <a:lnTo>
                    <a:pt x="31597" y="39369"/>
                  </a:lnTo>
                  <a:lnTo>
                    <a:pt x="31843" y="39369"/>
                  </a:lnTo>
                  <a:lnTo>
                    <a:pt x="30924" y="40639"/>
                  </a:lnTo>
                  <a:close/>
                </a:path>
                <a:path w="817244" h="312419">
                  <a:moveTo>
                    <a:pt x="789190" y="46989"/>
                  </a:moveTo>
                  <a:lnTo>
                    <a:pt x="787171" y="43180"/>
                  </a:lnTo>
                  <a:lnTo>
                    <a:pt x="787768" y="43180"/>
                  </a:lnTo>
                  <a:lnTo>
                    <a:pt x="785368" y="39369"/>
                  </a:lnTo>
                  <a:lnTo>
                    <a:pt x="813365" y="39369"/>
                  </a:lnTo>
                  <a:lnTo>
                    <a:pt x="814171" y="41910"/>
                  </a:lnTo>
                  <a:lnTo>
                    <a:pt x="815343" y="45719"/>
                  </a:lnTo>
                  <a:lnTo>
                    <a:pt x="788708" y="45719"/>
                  </a:lnTo>
                  <a:lnTo>
                    <a:pt x="789190" y="46989"/>
                  </a:lnTo>
                  <a:close/>
                </a:path>
                <a:path w="817244" h="312419">
                  <a:moveTo>
                    <a:pt x="27774" y="46989"/>
                  </a:moveTo>
                  <a:lnTo>
                    <a:pt x="28257" y="45719"/>
                  </a:lnTo>
                  <a:lnTo>
                    <a:pt x="28448" y="45719"/>
                  </a:lnTo>
                  <a:lnTo>
                    <a:pt x="27774" y="46989"/>
                  </a:lnTo>
                  <a:close/>
                </a:path>
                <a:path w="817244" h="312419">
                  <a:moveTo>
                    <a:pt x="790998" y="52904"/>
                  </a:moveTo>
                  <a:lnTo>
                    <a:pt x="789952" y="49530"/>
                  </a:lnTo>
                  <a:lnTo>
                    <a:pt x="790321" y="49530"/>
                  </a:lnTo>
                  <a:lnTo>
                    <a:pt x="788708" y="45719"/>
                  </a:lnTo>
                  <a:lnTo>
                    <a:pt x="815343" y="45719"/>
                  </a:lnTo>
                  <a:lnTo>
                    <a:pt x="815733" y="46989"/>
                  </a:lnTo>
                  <a:lnTo>
                    <a:pt x="815987" y="48260"/>
                  </a:lnTo>
                  <a:lnTo>
                    <a:pt x="816530" y="52069"/>
                  </a:lnTo>
                  <a:lnTo>
                    <a:pt x="790879" y="52069"/>
                  </a:lnTo>
                  <a:lnTo>
                    <a:pt x="790998" y="52904"/>
                  </a:lnTo>
                  <a:close/>
                </a:path>
                <a:path w="817244" h="312419">
                  <a:moveTo>
                    <a:pt x="25831" y="53339"/>
                  </a:moveTo>
                  <a:lnTo>
                    <a:pt x="26085" y="52069"/>
                  </a:lnTo>
                  <a:lnTo>
                    <a:pt x="25966" y="52904"/>
                  </a:lnTo>
                  <a:lnTo>
                    <a:pt x="25831" y="53339"/>
                  </a:lnTo>
                  <a:close/>
                </a:path>
                <a:path w="817244" h="312419">
                  <a:moveTo>
                    <a:pt x="25966" y="52904"/>
                  </a:moveTo>
                  <a:lnTo>
                    <a:pt x="26085" y="52069"/>
                  </a:lnTo>
                  <a:lnTo>
                    <a:pt x="26225" y="52069"/>
                  </a:lnTo>
                  <a:lnTo>
                    <a:pt x="25966" y="52904"/>
                  </a:lnTo>
                  <a:close/>
                </a:path>
                <a:path w="817244" h="312419">
                  <a:moveTo>
                    <a:pt x="791133" y="53339"/>
                  </a:moveTo>
                  <a:lnTo>
                    <a:pt x="790998" y="52904"/>
                  </a:lnTo>
                  <a:lnTo>
                    <a:pt x="790879" y="52069"/>
                  </a:lnTo>
                  <a:lnTo>
                    <a:pt x="791133" y="53339"/>
                  </a:lnTo>
                  <a:close/>
                </a:path>
                <a:path w="817244" h="312419">
                  <a:moveTo>
                    <a:pt x="816711" y="53339"/>
                  </a:moveTo>
                  <a:lnTo>
                    <a:pt x="791133" y="53339"/>
                  </a:lnTo>
                  <a:lnTo>
                    <a:pt x="790879" y="52069"/>
                  </a:lnTo>
                  <a:lnTo>
                    <a:pt x="816530" y="52069"/>
                  </a:lnTo>
                  <a:lnTo>
                    <a:pt x="816711" y="53339"/>
                  </a:lnTo>
                  <a:close/>
                </a:path>
                <a:path w="817244" h="312419">
                  <a:moveTo>
                    <a:pt x="25904" y="53339"/>
                  </a:moveTo>
                  <a:lnTo>
                    <a:pt x="25966" y="52904"/>
                  </a:lnTo>
                  <a:lnTo>
                    <a:pt x="25904" y="53339"/>
                  </a:lnTo>
                  <a:close/>
                </a:path>
                <a:path w="817244" h="312419">
                  <a:moveTo>
                    <a:pt x="816965" y="57150"/>
                  </a:moveTo>
                  <a:lnTo>
                    <a:pt x="791603" y="57150"/>
                  </a:lnTo>
                  <a:lnTo>
                    <a:pt x="791476" y="55880"/>
                  </a:lnTo>
                  <a:lnTo>
                    <a:pt x="790998" y="52904"/>
                  </a:lnTo>
                  <a:lnTo>
                    <a:pt x="791133" y="53339"/>
                  </a:lnTo>
                  <a:lnTo>
                    <a:pt x="816711" y="53339"/>
                  </a:lnTo>
                  <a:lnTo>
                    <a:pt x="816838" y="54610"/>
                  </a:lnTo>
                  <a:lnTo>
                    <a:pt x="816965" y="57150"/>
                  </a:lnTo>
                  <a:close/>
                </a:path>
                <a:path w="817244" h="312419">
                  <a:moveTo>
                    <a:pt x="25461" y="56448"/>
                  </a:moveTo>
                  <a:lnTo>
                    <a:pt x="25488" y="55880"/>
                  </a:lnTo>
                  <a:lnTo>
                    <a:pt x="25461" y="56448"/>
                  </a:lnTo>
                  <a:close/>
                </a:path>
                <a:path w="817244" h="312419">
                  <a:moveTo>
                    <a:pt x="791503" y="56448"/>
                  </a:moveTo>
                  <a:lnTo>
                    <a:pt x="791422" y="55880"/>
                  </a:lnTo>
                  <a:lnTo>
                    <a:pt x="791503" y="56448"/>
                  </a:lnTo>
                  <a:close/>
                </a:path>
                <a:path w="817244" h="312419">
                  <a:moveTo>
                    <a:pt x="791603" y="57150"/>
                  </a:moveTo>
                  <a:lnTo>
                    <a:pt x="791503" y="56448"/>
                  </a:lnTo>
                  <a:lnTo>
                    <a:pt x="791476" y="55880"/>
                  </a:lnTo>
                  <a:lnTo>
                    <a:pt x="791603" y="57150"/>
                  </a:lnTo>
                  <a:close/>
                </a:path>
                <a:path w="817244" h="312419">
                  <a:moveTo>
                    <a:pt x="25428" y="57150"/>
                  </a:moveTo>
                  <a:lnTo>
                    <a:pt x="25461" y="56448"/>
                  </a:lnTo>
                  <a:lnTo>
                    <a:pt x="25428" y="57150"/>
                  </a:lnTo>
                  <a:close/>
                </a:path>
                <a:path w="817244" h="312419">
                  <a:moveTo>
                    <a:pt x="817092" y="59689"/>
                  </a:moveTo>
                  <a:lnTo>
                    <a:pt x="791657" y="59689"/>
                  </a:lnTo>
                  <a:lnTo>
                    <a:pt x="791503" y="56448"/>
                  </a:lnTo>
                  <a:lnTo>
                    <a:pt x="791603" y="57150"/>
                  </a:lnTo>
                  <a:lnTo>
                    <a:pt x="816965" y="57150"/>
                  </a:lnTo>
                  <a:lnTo>
                    <a:pt x="817092" y="59689"/>
                  </a:lnTo>
                  <a:close/>
                </a:path>
                <a:path w="817244" h="312419">
                  <a:moveTo>
                    <a:pt x="25260" y="60692"/>
                  </a:moveTo>
                  <a:lnTo>
                    <a:pt x="25260" y="59689"/>
                  </a:lnTo>
                  <a:lnTo>
                    <a:pt x="25260" y="60692"/>
                  </a:lnTo>
                  <a:close/>
                </a:path>
                <a:path w="817244" h="312419">
                  <a:moveTo>
                    <a:pt x="791705" y="60692"/>
                  </a:moveTo>
                  <a:lnTo>
                    <a:pt x="791657" y="59689"/>
                  </a:lnTo>
                  <a:lnTo>
                    <a:pt x="791705" y="60692"/>
                  </a:lnTo>
                  <a:close/>
                </a:path>
                <a:path w="817244" h="312419">
                  <a:moveTo>
                    <a:pt x="817105" y="60960"/>
                  </a:moveTo>
                  <a:lnTo>
                    <a:pt x="791718" y="60960"/>
                  </a:lnTo>
                  <a:lnTo>
                    <a:pt x="791705" y="59689"/>
                  </a:lnTo>
                  <a:lnTo>
                    <a:pt x="817105" y="59689"/>
                  </a:lnTo>
                  <a:lnTo>
                    <a:pt x="817105" y="60960"/>
                  </a:lnTo>
                  <a:close/>
                </a:path>
                <a:path w="817244" h="312419">
                  <a:moveTo>
                    <a:pt x="25260" y="60960"/>
                  </a:moveTo>
                  <a:lnTo>
                    <a:pt x="25260" y="60692"/>
                  </a:lnTo>
                  <a:lnTo>
                    <a:pt x="25260" y="60960"/>
                  </a:lnTo>
                  <a:close/>
                </a:path>
                <a:path w="817244" h="312419">
                  <a:moveTo>
                    <a:pt x="816902" y="256539"/>
                  </a:moveTo>
                  <a:lnTo>
                    <a:pt x="791476" y="256539"/>
                  </a:lnTo>
                  <a:lnTo>
                    <a:pt x="791603" y="255269"/>
                  </a:lnTo>
                  <a:lnTo>
                    <a:pt x="791657" y="252730"/>
                  </a:lnTo>
                  <a:lnTo>
                    <a:pt x="791718" y="251460"/>
                  </a:lnTo>
                  <a:lnTo>
                    <a:pt x="791705" y="60692"/>
                  </a:lnTo>
                  <a:lnTo>
                    <a:pt x="791718" y="60960"/>
                  </a:lnTo>
                  <a:lnTo>
                    <a:pt x="817105" y="60960"/>
                  </a:lnTo>
                  <a:lnTo>
                    <a:pt x="817092" y="252730"/>
                  </a:lnTo>
                  <a:lnTo>
                    <a:pt x="816902" y="256539"/>
                  </a:lnTo>
                  <a:close/>
                </a:path>
                <a:path w="817244" h="312419">
                  <a:moveTo>
                    <a:pt x="25450" y="255737"/>
                  </a:moveTo>
                  <a:lnTo>
                    <a:pt x="25361" y="255269"/>
                  </a:lnTo>
                  <a:lnTo>
                    <a:pt x="25450" y="255737"/>
                  </a:lnTo>
                  <a:close/>
                </a:path>
                <a:path w="817244" h="312419">
                  <a:moveTo>
                    <a:pt x="791514" y="255737"/>
                  </a:moveTo>
                  <a:lnTo>
                    <a:pt x="791537" y="255269"/>
                  </a:lnTo>
                  <a:lnTo>
                    <a:pt x="791514" y="255737"/>
                  </a:lnTo>
                  <a:close/>
                </a:path>
                <a:path w="817244" h="312419">
                  <a:moveTo>
                    <a:pt x="791476" y="256539"/>
                  </a:moveTo>
                  <a:lnTo>
                    <a:pt x="791514" y="255737"/>
                  </a:lnTo>
                  <a:lnTo>
                    <a:pt x="791603" y="255269"/>
                  </a:lnTo>
                  <a:lnTo>
                    <a:pt x="791476" y="256539"/>
                  </a:lnTo>
                  <a:close/>
                </a:path>
                <a:path w="817244" h="312419">
                  <a:moveTo>
                    <a:pt x="25603" y="256539"/>
                  </a:moveTo>
                  <a:lnTo>
                    <a:pt x="25450" y="255737"/>
                  </a:lnTo>
                  <a:lnTo>
                    <a:pt x="25603" y="256539"/>
                  </a:lnTo>
                  <a:close/>
                </a:path>
                <a:path w="817244" h="312419">
                  <a:moveTo>
                    <a:pt x="816711" y="259080"/>
                  </a:moveTo>
                  <a:lnTo>
                    <a:pt x="790879" y="259080"/>
                  </a:lnTo>
                  <a:lnTo>
                    <a:pt x="791133" y="257810"/>
                  </a:lnTo>
                  <a:lnTo>
                    <a:pt x="791514" y="255737"/>
                  </a:lnTo>
                  <a:lnTo>
                    <a:pt x="791476" y="256539"/>
                  </a:lnTo>
                  <a:lnTo>
                    <a:pt x="816902" y="256539"/>
                  </a:lnTo>
                  <a:lnTo>
                    <a:pt x="816808" y="258108"/>
                  </a:lnTo>
                  <a:lnTo>
                    <a:pt x="816711" y="259080"/>
                  </a:lnTo>
                  <a:close/>
                </a:path>
                <a:path w="817244" h="312419">
                  <a:moveTo>
                    <a:pt x="791064" y="258108"/>
                  </a:moveTo>
                  <a:lnTo>
                    <a:pt x="791121" y="257810"/>
                  </a:lnTo>
                  <a:lnTo>
                    <a:pt x="791064" y="258108"/>
                  </a:lnTo>
                  <a:close/>
                </a:path>
                <a:path w="817244" h="312419">
                  <a:moveTo>
                    <a:pt x="26127" y="259080"/>
                  </a:moveTo>
                  <a:lnTo>
                    <a:pt x="25901" y="258108"/>
                  </a:lnTo>
                  <a:lnTo>
                    <a:pt x="26127" y="259080"/>
                  </a:lnTo>
                  <a:close/>
                </a:path>
                <a:path w="817244" h="312419">
                  <a:moveTo>
                    <a:pt x="815978" y="262889"/>
                  </a:moveTo>
                  <a:lnTo>
                    <a:pt x="789952" y="262889"/>
                  </a:lnTo>
                  <a:lnTo>
                    <a:pt x="790321" y="261619"/>
                  </a:lnTo>
                  <a:lnTo>
                    <a:pt x="791064" y="258108"/>
                  </a:lnTo>
                  <a:lnTo>
                    <a:pt x="790879" y="259080"/>
                  </a:lnTo>
                  <a:lnTo>
                    <a:pt x="816711" y="259080"/>
                  </a:lnTo>
                  <a:lnTo>
                    <a:pt x="815978" y="262889"/>
                  </a:lnTo>
                  <a:close/>
                </a:path>
                <a:path w="817244" h="312419">
                  <a:moveTo>
                    <a:pt x="27012" y="262889"/>
                  </a:moveTo>
                  <a:lnTo>
                    <a:pt x="26644" y="261619"/>
                  </a:lnTo>
                  <a:lnTo>
                    <a:pt x="26917" y="262479"/>
                  </a:lnTo>
                  <a:lnTo>
                    <a:pt x="27012" y="262889"/>
                  </a:lnTo>
                  <a:close/>
                </a:path>
                <a:path w="817244" h="312419">
                  <a:moveTo>
                    <a:pt x="26917" y="262479"/>
                  </a:moveTo>
                  <a:lnTo>
                    <a:pt x="26644" y="261619"/>
                  </a:lnTo>
                  <a:lnTo>
                    <a:pt x="26917" y="262479"/>
                  </a:lnTo>
                  <a:close/>
                </a:path>
                <a:path w="817244" h="312419">
                  <a:moveTo>
                    <a:pt x="790048" y="262479"/>
                  </a:moveTo>
                  <a:lnTo>
                    <a:pt x="790247" y="261619"/>
                  </a:lnTo>
                  <a:lnTo>
                    <a:pt x="790048" y="262479"/>
                  </a:lnTo>
                  <a:close/>
                </a:path>
                <a:path w="817244" h="312419">
                  <a:moveTo>
                    <a:pt x="789952" y="262889"/>
                  </a:moveTo>
                  <a:lnTo>
                    <a:pt x="790048" y="262479"/>
                  </a:lnTo>
                  <a:lnTo>
                    <a:pt x="790321" y="261619"/>
                  </a:lnTo>
                  <a:lnTo>
                    <a:pt x="789952" y="262889"/>
                  </a:lnTo>
                  <a:close/>
                </a:path>
                <a:path w="817244" h="312419">
                  <a:moveTo>
                    <a:pt x="27047" y="262889"/>
                  </a:moveTo>
                  <a:lnTo>
                    <a:pt x="26917" y="262479"/>
                  </a:lnTo>
                  <a:lnTo>
                    <a:pt x="27047" y="262889"/>
                  </a:lnTo>
                  <a:close/>
                </a:path>
                <a:path w="817244" h="312419">
                  <a:moveTo>
                    <a:pt x="815143" y="266700"/>
                  </a:moveTo>
                  <a:lnTo>
                    <a:pt x="788708" y="266700"/>
                  </a:lnTo>
                  <a:lnTo>
                    <a:pt x="789190" y="265430"/>
                  </a:lnTo>
                  <a:lnTo>
                    <a:pt x="790048" y="262479"/>
                  </a:lnTo>
                  <a:lnTo>
                    <a:pt x="789952" y="262889"/>
                  </a:lnTo>
                  <a:lnTo>
                    <a:pt x="815978" y="262889"/>
                  </a:lnTo>
                  <a:lnTo>
                    <a:pt x="815733" y="264160"/>
                  </a:lnTo>
                  <a:lnTo>
                    <a:pt x="815143" y="266700"/>
                  </a:lnTo>
                  <a:close/>
                </a:path>
                <a:path w="817244" h="312419">
                  <a:moveTo>
                    <a:pt x="28257" y="266700"/>
                  </a:moveTo>
                  <a:lnTo>
                    <a:pt x="27774" y="265430"/>
                  </a:lnTo>
                  <a:lnTo>
                    <a:pt x="27972" y="265803"/>
                  </a:lnTo>
                  <a:lnTo>
                    <a:pt x="28257" y="266700"/>
                  </a:lnTo>
                  <a:close/>
                </a:path>
                <a:path w="817244" h="312419">
                  <a:moveTo>
                    <a:pt x="27972" y="265803"/>
                  </a:moveTo>
                  <a:lnTo>
                    <a:pt x="27774" y="265430"/>
                  </a:lnTo>
                  <a:lnTo>
                    <a:pt x="27972" y="265803"/>
                  </a:lnTo>
                  <a:close/>
                </a:path>
                <a:path w="817244" h="312419">
                  <a:moveTo>
                    <a:pt x="788992" y="265803"/>
                  </a:moveTo>
                  <a:lnTo>
                    <a:pt x="789111" y="265430"/>
                  </a:lnTo>
                  <a:lnTo>
                    <a:pt x="788992" y="265803"/>
                  </a:lnTo>
                  <a:close/>
                </a:path>
                <a:path w="817244" h="312419">
                  <a:moveTo>
                    <a:pt x="788708" y="266700"/>
                  </a:moveTo>
                  <a:lnTo>
                    <a:pt x="788992" y="265803"/>
                  </a:lnTo>
                  <a:lnTo>
                    <a:pt x="789190" y="265430"/>
                  </a:lnTo>
                  <a:lnTo>
                    <a:pt x="788708" y="266700"/>
                  </a:lnTo>
                  <a:close/>
                </a:path>
                <a:path w="817244" h="312419">
                  <a:moveTo>
                    <a:pt x="28448" y="266700"/>
                  </a:moveTo>
                  <a:lnTo>
                    <a:pt x="28257" y="266700"/>
                  </a:lnTo>
                  <a:lnTo>
                    <a:pt x="27972" y="265803"/>
                  </a:lnTo>
                  <a:lnTo>
                    <a:pt x="28448" y="266700"/>
                  </a:lnTo>
                  <a:close/>
                </a:path>
                <a:path w="817244" h="312419">
                  <a:moveTo>
                    <a:pt x="814552" y="269239"/>
                  </a:moveTo>
                  <a:lnTo>
                    <a:pt x="787171" y="269239"/>
                  </a:lnTo>
                  <a:lnTo>
                    <a:pt x="788992" y="265803"/>
                  </a:lnTo>
                  <a:lnTo>
                    <a:pt x="788708" y="266700"/>
                  </a:lnTo>
                  <a:lnTo>
                    <a:pt x="815143" y="266700"/>
                  </a:lnTo>
                  <a:lnTo>
                    <a:pt x="814552" y="269239"/>
                  </a:lnTo>
                  <a:close/>
                </a:path>
                <a:path w="817244" h="312419">
                  <a:moveTo>
                    <a:pt x="29997" y="269239"/>
                  </a:moveTo>
                  <a:lnTo>
                    <a:pt x="29794" y="269239"/>
                  </a:lnTo>
                  <a:lnTo>
                    <a:pt x="29197" y="267969"/>
                  </a:lnTo>
                  <a:lnTo>
                    <a:pt x="29997" y="269239"/>
                  </a:lnTo>
                  <a:close/>
                </a:path>
                <a:path w="817244" h="312419">
                  <a:moveTo>
                    <a:pt x="813633" y="271780"/>
                  </a:moveTo>
                  <a:lnTo>
                    <a:pt x="785368" y="271780"/>
                  </a:lnTo>
                  <a:lnTo>
                    <a:pt x="787768" y="267969"/>
                  </a:lnTo>
                  <a:lnTo>
                    <a:pt x="787171" y="269239"/>
                  </a:lnTo>
                  <a:lnTo>
                    <a:pt x="814552" y="269239"/>
                  </a:lnTo>
                  <a:lnTo>
                    <a:pt x="814171" y="270510"/>
                  </a:lnTo>
                  <a:lnTo>
                    <a:pt x="813633" y="271780"/>
                  </a:lnTo>
                  <a:close/>
                </a:path>
                <a:path w="817244" h="312419">
                  <a:moveTo>
                    <a:pt x="31843" y="271780"/>
                  </a:moveTo>
                  <a:lnTo>
                    <a:pt x="31597" y="271780"/>
                  </a:lnTo>
                  <a:lnTo>
                    <a:pt x="30924" y="270510"/>
                  </a:lnTo>
                  <a:lnTo>
                    <a:pt x="31843" y="271780"/>
                  </a:lnTo>
                  <a:close/>
                </a:path>
                <a:path w="817244" h="312419">
                  <a:moveTo>
                    <a:pt x="810561" y="279400"/>
                  </a:moveTo>
                  <a:lnTo>
                    <a:pt x="778421" y="279400"/>
                  </a:lnTo>
                  <a:lnTo>
                    <a:pt x="781824" y="276860"/>
                  </a:lnTo>
                  <a:lnTo>
                    <a:pt x="780961" y="276860"/>
                  </a:lnTo>
                  <a:lnTo>
                    <a:pt x="784059" y="274319"/>
                  </a:lnTo>
                  <a:lnTo>
                    <a:pt x="783285" y="274319"/>
                  </a:lnTo>
                  <a:lnTo>
                    <a:pt x="786041" y="270510"/>
                  </a:lnTo>
                  <a:lnTo>
                    <a:pt x="785368" y="271780"/>
                  </a:lnTo>
                  <a:lnTo>
                    <a:pt x="813633" y="271780"/>
                  </a:lnTo>
                  <a:lnTo>
                    <a:pt x="812558" y="274319"/>
                  </a:lnTo>
                  <a:lnTo>
                    <a:pt x="812076" y="275589"/>
                  </a:lnTo>
                  <a:lnTo>
                    <a:pt x="810561" y="279400"/>
                  </a:lnTo>
                  <a:close/>
                </a:path>
                <a:path w="817244" h="312419">
                  <a:moveTo>
                    <a:pt x="38845" y="279400"/>
                  </a:moveTo>
                  <a:lnTo>
                    <a:pt x="38544" y="279400"/>
                  </a:lnTo>
                  <a:lnTo>
                    <a:pt x="37617" y="278130"/>
                  </a:lnTo>
                  <a:lnTo>
                    <a:pt x="38845" y="279400"/>
                  </a:lnTo>
                  <a:close/>
                </a:path>
                <a:path w="817244" h="312419">
                  <a:moveTo>
                    <a:pt x="808872" y="281939"/>
                  </a:moveTo>
                  <a:lnTo>
                    <a:pt x="775665" y="281939"/>
                  </a:lnTo>
                  <a:lnTo>
                    <a:pt x="779348" y="278130"/>
                  </a:lnTo>
                  <a:lnTo>
                    <a:pt x="778421" y="279400"/>
                  </a:lnTo>
                  <a:lnTo>
                    <a:pt x="810561" y="279400"/>
                  </a:lnTo>
                  <a:lnTo>
                    <a:pt x="810056" y="280669"/>
                  </a:lnTo>
                  <a:lnTo>
                    <a:pt x="809472" y="280669"/>
                  </a:lnTo>
                  <a:lnTo>
                    <a:pt x="808872" y="281939"/>
                  </a:lnTo>
                  <a:close/>
                </a:path>
                <a:path w="817244" h="312419">
                  <a:moveTo>
                    <a:pt x="42271" y="281939"/>
                  </a:moveTo>
                  <a:lnTo>
                    <a:pt x="41300" y="281939"/>
                  </a:lnTo>
                  <a:lnTo>
                    <a:pt x="40297" y="280669"/>
                  </a:lnTo>
                  <a:lnTo>
                    <a:pt x="42271" y="281939"/>
                  </a:lnTo>
                  <a:close/>
                </a:path>
                <a:path w="817244" h="312419">
                  <a:moveTo>
                    <a:pt x="808272" y="283210"/>
                  </a:moveTo>
                  <a:lnTo>
                    <a:pt x="772718" y="283210"/>
                  </a:lnTo>
                  <a:lnTo>
                    <a:pt x="776668" y="280669"/>
                  </a:lnTo>
                  <a:lnTo>
                    <a:pt x="775665" y="281939"/>
                  </a:lnTo>
                  <a:lnTo>
                    <a:pt x="808872" y="281939"/>
                  </a:lnTo>
                  <a:lnTo>
                    <a:pt x="808272" y="283210"/>
                  </a:lnTo>
                  <a:close/>
                </a:path>
                <a:path w="817244" h="312419">
                  <a:moveTo>
                    <a:pt x="45262" y="283210"/>
                  </a:moveTo>
                  <a:lnTo>
                    <a:pt x="44246" y="283210"/>
                  </a:lnTo>
                  <a:lnTo>
                    <a:pt x="43167" y="281939"/>
                  </a:lnTo>
                  <a:lnTo>
                    <a:pt x="45262" y="283210"/>
                  </a:lnTo>
                  <a:close/>
                </a:path>
                <a:path w="817244" h="312419">
                  <a:moveTo>
                    <a:pt x="807072" y="285750"/>
                  </a:moveTo>
                  <a:lnTo>
                    <a:pt x="766356" y="285750"/>
                  </a:lnTo>
                  <a:lnTo>
                    <a:pt x="770763" y="284480"/>
                  </a:lnTo>
                  <a:lnTo>
                    <a:pt x="769607" y="284480"/>
                  </a:lnTo>
                  <a:lnTo>
                    <a:pt x="773798" y="281939"/>
                  </a:lnTo>
                  <a:lnTo>
                    <a:pt x="772718" y="283210"/>
                  </a:lnTo>
                  <a:lnTo>
                    <a:pt x="808272" y="283210"/>
                  </a:lnTo>
                  <a:lnTo>
                    <a:pt x="807072" y="285750"/>
                  </a:lnTo>
                  <a:close/>
                </a:path>
                <a:path w="817244" h="312419">
                  <a:moveTo>
                    <a:pt x="799757" y="294639"/>
                  </a:moveTo>
                  <a:lnTo>
                    <a:pt x="17208" y="294639"/>
                  </a:lnTo>
                  <a:lnTo>
                    <a:pt x="14109" y="290830"/>
                  </a:lnTo>
                  <a:lnTo>
                    <a:pt x="13335" y="289560"/>
                  </a:lnTo>
                  <a:lnTo>
                    <a:pt x="10579" y="285750"/>
                  </a:lnTo>
                  <a:lnTo>
                    <a:pt x="49415" y="285750"/>
                  </a:lnTo>
                  <a:lnTo>
                    <a:pt x="54000" y="287019"/>
                  </a:lnTo>
                  <a:lnTo>
                    <a:pt x="805467" y="287019"/>
                  </a:lnTo>
                  <a:lnTo>
                    <a:pt x="803630" y="289560"/>
                  </a:lnTo>
                  <a:lnTo>
                    <a:pt x="802855" y="290830"/>
                  </a:lnTo>
                  <a:lnTo>
                    <a:pt x="799757" y="294639"/>
                  </a:lnTo>
                  <a:close/>
                </a:path>
                <a:path w="817244" h="312419">
                  <a:moveTo>
                    <a:pt x="57518" y="287019"/>
                  </a:moveTo>
                  <a:lnTo>
                    <a:pt x="54000" y="287019"/>
                  </a:lnTo>
                  <a:lnTo>
                    <a:pt x="52755" y="285750"/>
                  </a:lnTo>
                  <a:lnTo>
                    <a:pt x="57518" y="287019"/>
                  </a:lnTo>
                  <a:close/>
                </a:path>
                <a:path w="817244" h="312419">
                  <a:moveTo>
                    <a:pt x="762965" y="287019"/>
                  </a:moveTo>
                  <a:lnTo>
                    <a:pt x="759447" y="287019"/>
                  </a:lnTo>
                  <a:lnTo>
                    <a:pt x="764209" y="285750"/>
                  </a:lnTo>
                  <a:lnTo>
                    <a:pt x="762965" y="287019"/>
                  </a:lnTo>
                  <a:close/>
                </a:path>
                <a:path w="817244" h="312419">
                  <a:moveTo>
                    <a:pt x="805467" y="287019"/>
                  </a:moveTo>
                  <a:lnTo>
                    <a:pt x="762965" y="287019"/>
                  </a:lnTo>
                  <a:lnTo>
                    <a:pt x="767549" y="285750"/>
                  </a:lnTo>
                  <a:lnTo>
                    <a:pt x="806386" y="285750"/>
                  </a:lnTo>
                  <a:lnTo>
                    <a:pt x="805467" y="287019"/>
                  </a:lnTo>
                  <a:close/>
                </a:path>
                <a:path w="817244" h="312419">
                  <a:moveTo>
                    <a:pt x="795502" y="298450"/>
                  </a:moveTo>
                  <a:lnTo>
                    <a:pt x="21462" y="298450"/>
                  </a:lnTo>
                  <a:lnTo>
                    <a:pt x="18059" y="294639"/>
                  </a:lnTo>
                  <a:lnTo>
                    <a:pt x="798906" y="294639"/>
                  </a:lnTo>
                  <a:lnTo>
                    <a:pt x="795502" y="298450"/>
                  </a:lnTo>
                  <a:close/>
                </a:path>
                <a:path w="817244" h="312419">
                  <a:moveTo>
                    <a:pt x="790867" y="302260"/>
                  </a:moveTo>
                  <a:lnTo>
                    <a:pt x="26098" y="302260"/>
                  </a:lnTo>
                  <a:lnTo>
                    <a:pt x="22402" y="298450"/>
                  </a:lnTo>
                  <a:lnTo>
                    <a:pt x="794562" y="298450"/>
                  </a:lnTo>
                  <a:lnTo>
                    <a:pt x="790867" y="302260"/>
                  </a:lnTo>
                  <a:close/>
                </a:path>
                <a:path w="817244" h="312419">
                  <a:moveTo>
                    <a:pt x="785914" y="304800"/>
                  </a:moveTo>
                  <a:lnTo>
                    <a:pt x="31051" y="304800"/>
                  </a:lnTo>
                  <a:lnTo>
                    <a:pt x="27101" y="302260"/>
                  </a:lnTo>
                  <a:lnTo>
                    <a:pt x="789863" y="302260"/>
                  </a:lnTo>
                  <a:lnTo>
                    <a:pt x="785914" y="304800"/>
                  </a:lnTo>
                  <a:close/>
                </a:path>
                <a:path w="817244" h="312419">
                  <a:moveTo>
                    <a:pt x="780630" y="307339"/>
                  </a:moveTo>
                  <a:lnTo>
                    <a:pt x="36334" y="307339"/>
                  </a:lnTo>
                  <a:lnTo>
                    <a:pt x="32143" y="304800"/>
                  </a:lnTo>
                  <a:lnTo>
                    <a:pt x="784821" y="304800"/>
                  </a:lnTo>
                  <a:lnTo>
                    <a:pt x="780630" y="307339"/>
                  </a:lnTo>
                  <a:close/>
                </a:path>
                <a:path w="817244" h="312419">
                  <a:moveTo>
                    <a:pt x="775081" y="309880"/>
                  </a:moveTo>
                  <a:lnTo>
                    <a:pt x="41884" y="309880"/>
                  </a:lnTo>
                  <a:lnTo>
                    <a:pt x="37477" y="307339"/>
                  </a:lnTo>
                  <a:lnTo>
                    <a:pt x="779487" y="307339"/>
                  </a:lnTo>
                  <a:lnTo>
                    <a:pt x="775081" y="309880"/>
                  </a:lnTo>
                  <a:close/>
                </a:path>
                <a:path w="817244" h="312419">
                  <a:moveTo>
                    <a:pt x="769289" y="311150"/>
                  </a:moveTo>
                  <a:lnTo>
                    <a:pt x="47675" y="311150"/>
                  </a:lnTo>
                  <a:lnTo>
                    <a:pt x="43078" y="309880"/>
                  </a:lnTo>
                  <a:lnTo>
                    <a:pt x="773887" y="309880"/>
                  </a:lnTo>
                  <a:lnTo>
                    <a:pt x="769289" y="311150"/>
                  </a:lnTo>
                  <a:close/>
                </a:path>
                <a:path w="817244" h="312419">
                  <a:moveTo>
                    <a:pt x="763282" y="312419"/>
                  </a:moveTo>
                  <a:lnTo>
                    <a:pt x="53682" y="312419"/>
                  </a:lnTo>
                  <a:lnTo>
                    <a:pt x="48920" y="311150"/>
                  </a:lnTo>
                  <a:lnTo>
                    <a:pt x="768045" y="311150"/>
                  </a:lnTo>
                  <a:lnTo>
                    <a:pt x="763282" y="312419"/>
                  </a:lnTo>
                  <a:close/>
                </a:path>
              </a:pathLst>
            </a:custGeom>
            <a:solidFill>
              <a:srgbClr val="BB7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374726" y="2227021"/>
            <a:ext cx="496876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chemeClr val="bg1"/>
                </a:solidFill>
                <a:latin typeface="Arial"/>
                <a:cs typeface="Arial"/>
              </a:rPr>
              <a:t>Start</a:t>
            </a:r>
            <a:endParaRPr sz="14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7871917" y="4286897"/>
            <a:ext cx="817244" cy="312420"/>
            <a:chOff x="7871917" y="4286897"/>
            <a:chExt cx="817244" cy="312420"/>
          </a:xfrm>
        </p:grpSpPr>
        <p:sp>
          <p:nvSpPr>
            <p:cNvPr id="98" name="object 98"/>
            <p:cNvSpPr/>
            <p:nvPr/>
          </p:nvSpPr>
          <p:spPr>
            <a:xfrm>
              <a:off x="7885175" y="4299203"/>
              <a:ext cx="791210" cy="288290"/>
            </a:xfrm>
            <a:custGeom>
              <a:avLst/>
              <a:gdLst/>
              <a:ahLst/>
              <a:cxnLst/>
              <a:rect l="l" t="t" r="r" b="b"/>
              <a:pathLst>
                <a:path w="791209" h="288289">
                  <a:moveTo>
                    <a:pt x="743712" y="288036"/>
                  </a:moveTo>
                  <a:lnTo>
                    <a:pt x="47244" y="288036"/>
                  </a:lnTo>
                  <a:lnTo>
                    <a:pt x="28592" y="284279"/>
                  </a:lnTo>
                  <a:lnTo>
                    <a:pt x="13430" y="274081"/>
                  </a:lnTo>
                  <a:lnTo>
                    <a:pt x="3363" y="259050"/>
                  </a:lnTo>
                  <a:lnTo>
                    <a:pt x="0" y="240792"/>
                  </a:lnTo>
                  <a:lnTo>
                    <a:pt x="0" y="48768"/>
                  </a:lnTo>
                  <a:lnTo>
                    <a:pt x="3363" y="29843"/>
                  </a:lnTo>
                  <a:lnTo>
                    <a:pt x="13430" y="14430"/>
                  </a:lnTo>
                  <a:lnTo>
                    <a:pt x="28592" y="3994"/>
                  </a:lnTo>
                  <a:lnTo>
                    <a:pt x="47244" y="0"/>
                  </a:lnTo>
                  <a:lnTo>
                    <a:pt x="743712" y="0"/>
                  </a:lnTo>
                  <a:lnTo>
                    <a:pt x="762077" y="3994"/>
                  </a:lnTo>
                  <a:lnTo>
                    <a:pt x="777144" y="14430"/>
                  </a:lnTo>
                  <a:lnTo>
                    <a:pt x="787306" y="29843"/>
                  </a:lnTo>
                  <a:lnTo>
                    <a:pt x="790955" y="48768"/>
                  </a:lnTo>
                  <a:lnTo>
                    <a:pt x="790955" y="240792"/>
                  </a:lnTo>
                  <a:lnTo>
                    <a:pt x="787306" y="259050"/>
                  </a:lnTo>
                  <a:lnTo>
                    <a:pt x="777144" y="274081"/>
                  </a:lnTo>
                  <a:lnTo>
                    <a:pt x="762077" y="284279"/>
                  </a:lnTo>
                  <a:lnTo>
                    <a:pt x="743712" y="288036"/>
                  </a:lnTo>
                  <a:close/>
                </a:path>
              </a:pathLst>
            </a:custGeom>
            <a:solidFill>
              <a:srgbClr val="FF9C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871917" y="4286897"/>
              <a:ext cx="817244" cy="312420"/>
            </a:xfrm>
            <a:custGeom>
              <a:avLst/>
              <a:gdLst/>
              <a:ahLst/>
              <a:cxnLst/>
              <a:rect l="l" t="t" r="r" b="b"/>
              <a:pathLst>
                <a:path w="817245" h="312420">
                  <a:moveTo>
                    <a:pt x="769289" y="1270"/>
                  </a:moveTo>
                  <a:lnTo>
                    <a:pt x="47675" y="1270"/>
                  </a:lnTo>
                  <a:lnTo>
                    <a:pt x="48920" y="0"/>
                  </a:lnTo>
                  <a:lnTo>
                    <a:pt x="768045" y="0"/>
                  </a:lnTo>
                  <a:lnTo>
                    <a:pt x="769289" y="1270"/>
                  </a:lnTo>
                  <a:close/>
                </a:path>
                <a:path w="817245" h="312420">
                  <a:moveTo>
                    <a:pt x="779487" y="3810"/>
                  </a:moveTo>
                  <a:lnTo>
                    <a:pt x="37477" y="3810"/>
                  </a:lnTo>
                  <a:lnTo>
                    <a:pt x="41884" y="2539"/>
                  </a:lnTo>
                  <a:lnTo>
                    <a:pt x="43078" y="1270"/>
                  </a:lnTo>
                  <a:lnTo>
                    <a:pt x="773887" y="1270"/>
                  </a:lnTo>
                  <a:lnTo>
                    <a:pt x="775080" y="2539"/>
                  </a:lnTo>
                  <a:lnTo>
                    <a:pt x="779487" y="3810"/>
                  </a:lnTo>
                  <a:close/>
                </a:path>
                <a:path w="817245" h="312420">
                  <a:moveTo>
                    <a:pt x="50609" y="285750"/>
                  </a:moveTo>
                  <a:lnTo>
                    <a:pt x="9893" y="285750"/>
                  </a:lnTo>
                  <a:lnTo>
                    <a:pt x="7493" y="280670"/>
                  </a:lnTo>
                  <a:lnTo>
                    <a:pt x="6908" y="280670"/>
                  </a:lnTo>
                  <a:lnTo>
                    <a:pt x="4889" y="275589"/>
                  </a:lnTo>
                  <a:lnTo>
                    <a:pt x="4406" y="274320"/>
                  </a:lnTo>
                  <a:lnTo>
                    <a:pt x="2794" y="270510"/>
                  </a:lnTo>
                  <a:lnTo>
                    <a:pt x="0" y="57150"/>
                  </a:lnTo>
                  <a:lnTo>
                    <a:pt x="126" y="54610"/>
                  </a:lnTo>
                  <a:lnTo>
                    <a:pt x="6908" y="31750"/>
                  </a:lnTo>
                  <a:lnTo>
                    <a:pt x="7493" y="30479"/>
                  </a:lnTo>
                  <a:lnTo>
                    <a:pt x="9893" y="26670"/>
                  </a:lnTo>
                  <a:lnTo>
                    <a:pt x="10579" y="25400"/>
                  </a:lnTo>
                  <a:lnTo>
                    <a:pt x="13334" y="21589"/>
                  </a:lnTo>
                  <a:lnTo>
                    <a:pt x="14109" y="20320"/>
                  </a:lnTo>
                  <a:lnTo>
                    <a:pt x="17208" y="17779"/>
                  </a:lnTo>
                  <a:lnTo>
                    <a:pt x="18059" y="16510"/>
                  </a:lnTo>
                  <a:lnTo>
                    <a:pt x="21462" y="13970"/>
                  </a:lnTo>
                  <a:lnTo>
                    <a:pt x="22402" y="12700"/>
                  </a:lnTo>
                  <a:lnTo>
                    <a:pt x="26098" y="10160"/>
                  </a:lnTo>
                  <a:lnTo>
                    <a:pt x="27101" y="8889"/>
                  </a:lnTo>
                  <a:lnTo>
                    <a:pt x="31051" y="7620"/>
                  </a:lnTo>
                  <a:lnTo>
                    <a:pt x="32143" y="6350"/>
                  </a:lnTo>
                  <a:lnTo>
                    <a:pt x="36334" y="3810"/>
                  </a:lnTo>
                  <a:lnTo>
                    <a:pt x="780630" y="3810"/>
                  </a:lnTo>
                  <a:lnTo>
                    <a:pt x="784821" y="6350"/>
                  </a:lnTo>
                  <a:lnTo>
                    <a:pt x="785914" y="7620"/>
                  </a:lnTo>
                  <a:lnTo>
                    <a:pt x="789863" y="8889"/>
                  </a:lnTo>
                  <a:lnTo>
                    <a:pt x="790867" y="10160"/>
                  </a:lnTo>
                  <a:lnTo>
                    <a:pt x="794562" y="12700"/>
                  </a:lnTo>
                  <a:lnTo>
                    <a:pt x="795502" y="13970"/>
                  </a:lnTo>
                  <a:lnTo>
                    <a:pt x="798906" y="16510"/>
                  </a:lnTo>
                  <a:lnTo>
                    <a:pt x="799757" y="17779"/>
                  </a:lnTo>
                  <a:lnTo>
                    <a:pt x="802855" y="20320"/>
                  </a:lnTo>
                  <a:lnTo>
                    <a:pt x="803630" y="21589"/>
                  </a:lnTo>
                  <a:lnTo>
                    <a:pt x="805467" y="24129"/>
                  </a:lnTo>
                  <a:lnTo>
                    <a:pt x="61150" y="24129"/>
                  </a:lnTo>
                  <a:lnTo>
                    <a:pt x="56248" y="25400"/>
                  </a:lnTo>
                  <a:lnTo>
                    <a:pt x="54000" y="25400"/>
                  </a:lnTo>
                  <a:lnTo>
                    <a:pt x="49415" y="26670"/>
                  </a:lnTo>
                  <a:lnTo>
                    <a:pt x="47358" y="26670"/>
                  </a:lnTo>
                  <a:lnTo>
                    <a:pt x="43167" y="29210"/>
                  </a:lnTo>
                  <a:lnTo>
                    <a:pt x="44246" y="29210"/>
                  </a:lnTo>
                  <a:lnTo>
                    <a:pt x="40297" y="30479"/>
                  </a:lnTo>
                  <a:lnTo>
                    <a:pt x="41300" y="30479"/>
                  </a:lnTo>
                  <a:lnTo>
                    <a:pt x="37617" y="33020"/>
                  </a:lnTo>
                  <a:lnTo>
                    <a:pt x="38544" y="33020"/>
                  </a:lnTo>
                  <a:lnTo>
                    <a:pt x="36842" y="34289"/>
                  </a:lnTo>
                  <a:lnTo>
                    <a:pt x="36004" y="34289"/>
                  </a:lnTo>
                  <a:lnTo>
                    <a:pt x="33938" y="36829"/>
                  </a:lnTo>
                  <a:lnTo>
                    <a:pt x="33680" y="36829"/>
                  </a:lnTo>
                  <a:lnTo>
                    <a:pt x="31843" y="39370"/>
                  </a:lnTo>
                  <a:lnTo>
                    <a:pt x="31597" y="39370"/>
                  </a:lnTo>
                  <a:lnTo>
                    <a:pt x="29197" y="43179"/>
                  </a:lnTo>
                  <a:lnTo>
                    <a:pt x="29794" y="43179"/>
                  </a:lnTo>
                  <a:lnTo>
                    <a:pt x="28448" y="45720"/>
                  </a:lnTo>
                  <a:lnTo>
                    <a:pt x="28257" y="45720"/>
                  </a:lnTo>
                  <a:lnTo>
                    <a:pt x="26644" y="49529"/>
                  </a:lnTo>
                  <a:lnTo>
                    <a:pt x="27012" y="49529"/>
                  </a:lnTo>
                  <a:lnTo>
                    <a:pt x="26225" y="52070"/>
                  </a:lnTo>
                  <a:lnTo>
                    <a:pt x="26085" y="52070"/>
                  </a:lnTo>
                  <a:lnTo>
                    <a:pt x="25918" y="52904"/>
                  </a:lnTo>
                  <a:lnTo>
                    <a:pt x="25904" y="53339"/>
                  </a:lnTo>
                  <a:lnTo>
                    <a:pt x="25542" y="55879"/>
                  </a:lnTo>
                  <a:lnTo>
                    <a:pt x="25307" y="59689"/>
                  </a:lnTo>
                  <a:lnTo>
                    <a:pt x="25247" y="251460"/>
                  </a:lnTo>
                  <a:lnTo>
                    <a:pt x="25307" y="252729"/>
                  </a:lnTo>
                  <a:lnTo>
                    <a:pt x="25361" y="255270"/>
                  </a:lnTo>
                  <a:lnTo>
                    <a:pt x="25488" y="256539"/>
                  </a:lnTo>
                  <a:lnTo>
                    <a:pt x="25844" y="257810"/>
                  </a:lnTo>
                  <a:lnTo>
                    <a:pt x="26085" y="259079"/>
                  </a:lnTo>
                  <a:lnTo>
                    <a:pt x="26717" y="261620"/>
                  </a:lnTo>
                  <a:lnTo>
                    <a:pt x="27012" y="262889"/>
                  </a:lnTo>
                  <a:lnTo>
                    <a:pt x="27854" y="265429"/>
                  </a:lnTo>
                  <a:lnTo>
                    <a:pt x="28257" y="266700"/>
                  </a:lnTo>
                  <a:lnTo>
                    <a:pt x="28448" y="266700"/>
                  </a:lnTo>
                  <a:lnTo>
                    <a:pt x="29794" y="269239"/>
                  </a:lnTo>
                  <a:lnTo>
                    <a:pt x="29997" y="269239"/>
                  </a:lnTo>
                  <a:lnTo>
                    <a:pt x="31597" y="271779"/>
                  </a:lnTo>
                  <a:lnTo>
                    <a:pt x="31843" y="271779"/>
                  </a:lnTo>
                  <a:lnTo>
                    <a:pt x="33680" y="274320"/>
                  </a:lnTo>
                  <a:lnTo>
                    <a:pt x="32905" y="274320"/>
                  </a:lnTo>
                  <a:lnTo>
                    <a:pt x="36004" y="276860"/>
                  </a:lnTo>
                  <a:lnTo>
                    <a:pt x="35140" y="276860"/>
                  </a:lnTo>
                  <a:lnTo>
                    <a:pt x="38544" y="279400"/>
                  </a:lnTo>
                  <a:lnTo>
                    <a:pt x="38845" y="279400"/>
                  </a:lnTo>
                  <a:lnTo>
                    <a:pt x="41300" y="281939"/>
                  </a:lnTo>
                  <a:lnTo>
                    <a:pt x="42271" y="281939"/>
                  </a:lnTo>
                  <a:lnTo>
                    <a:pt x="44246" y="283210"/>
                  </a:lnTo>
                  <a:lnTo>
                    <a:pt x="45262" y="283210"/>
                  </a:lnTo>
                  <a:lnTo>
                    <a:pt x="47358" y="284479"/>
                  </a:lnTo>
                  <a:lnTo>
                    <a:pt x="46202" y="284479"/>
                  </a:lnTo>
                  <a:lnTo>
                    <a:pt x="50609" y="285750"/>
                  </a:lnTo>
                  <a:close/>
                </a:path>
                <a:path w="817245" h="312420">
                  <a:moveTo>
                    <a:pt x="781824" y="35560"/>
                  </a:moveTo>
                  <a:lnTo>
                    <a:pt x="778421" y="33020"/>
                  </a:lnTo>
                  <a:lnTo>
                    <a:pt x="779348" y="33020"/>
                  </a:lnTo>
                  <a:lnTo>
                    <a:pt x="775665" y="30479"/>
                  </a:lnTo>
                  <a:lnTo>
                    <a:pt x="776668" y="30479"/>
                  </a:lnTo>
                  <a:lnTo>
                    <a:pt x="772718" y="29210"/>
                  </a:lnTo>
                  <a:lnTo>
                    <a:pt x="773798" y="29210"/>
                  </a:lnTo>
                  <a:lnTo>
                    <a:pt x="769607" y="26670"/>
                  </a:lnTo>
                  <a:lnTo>
                    <a:pt x="767549" y="26670"/>
                  </a:lnTo>
                  <a:lnTo>
                    <a:pt x="762965" y="25400"/>
                  </a:lnTo>
                  <a:lnTo>
                    <a:pt x="760717" y="25400"/>
                  </a:lnTo>
                  <a:lnTo>
                    <a:pt x="755815" y="24129"/>
                  </a:lnTo>
                  <a:lnTo>
                    <a:pt x="805467" y="24129"/>
                  </a:lnTo>
                  <a:lnTo>
                    <a:pt x="806386" y="25400"/>
                  </a:lnTo>
                  <a:lnTo>
                    <a:pt x="807072" y="26670"/>
                  </a:lnTo>
                  <a:lnTo>
                    <a:pt x="809472" y="30479"/>
                  </a:lnTo>
                  <a:lnTo>
                    <a:pt x="810056" y="31750"/>
                  </a:lnTo>
                  <a:lnTo>
                    <a:pt x="811402" y="34289"/>
                  </a:lnTo>
                  <a:lnTo>
                    <a:pt x="780961" y="34289"/>
                  </a:lnTo>
                  <a:lnTo>
                    <a:pt x="781824" y="35560"/>
                  </a:lnTo>
                  <a:close/>
                </a:path>
                <a:path w="817245" h="312420">
                  <a:moveTo>
                    <a:pt x="46202" y="27939"/>
                  </a:moveTo>
                  <a:lnTo>
                    <a:pt x="47358" y="26670"/>
                  </a:lnTo>
                  <a:lnTo>
                    <a:pt x="50609" y="26670"/>
                  </a:lnTo>
                  <a:lnTo>
                    <a:pt x="46202" y="27939"/>
                  </a:lnTo>
                  <a:close/>
                </a:path>
                <a:path w="817245" h="312420">
                  <a:moveTo>
                    <a:pt x="770762" y="27939"/>
                  </a:moveTo>
                  <a:lnTo>
                    <a:pt x="766356" y="26670"/>
                  </a:lnTo>
                  <a:lnTo>
                    <a:pt x="769607" y="26670"/>
                  </a:lnTo>
                  <a:lnTo>
                    <a:pt x="770762" y="27939"/>
                  </a:lnTo>
                  <a:close/>
                </a:path>
                <a:path w="817245" h="312420">
                  <a:moveTo>
                    <a:pt x="35140" y="35560"/>
                  </a:moveTo>
                  <a:lnTo>
                    <a:pt x="36004" y="34289"/>
                  </a:lnTo>
                  <a:lnTo>
                    <a:pt x="36842" y="34289"/>
                  </a:lnTo>
                  <a:lnTo>
                    <a:pt x="35140" y="35560"/>
                  </a:lnTo>
                  <a:close/>
                </a:path>
                <a:path w="817245" h="312420">
                  <a:moveTo>
                    <a:pt x="784059" y="38100"/>
                  </a:moveTo>
                  <a:lnTo>
                    <a:pt x="780961" y="34289"/>
                  </a:lnTo>
                  <a:lnTo>
                    <a:pt x="811402" y="34289"/>
                  </a:lnTo>
                  <a:lnTo>
                    <a:pt x="812076" y="35560"/>
                  </a:lnTo>
                  <a:lnTo>
                    <a:pt x="812558" y="36829"/>
                  </a:lnTo>
                  <a:lnTo>
                    <a:pt x="783285" y="36829"/>
                  </a:lnTo>
                  <a:lnTo>
                    <a:pt x="784059" y="38100"/>
                  </a:lnTo>
                  <a:close/>
                </a:path>
                <a:path w="817245" h="312420">
                  <a:moveTo>
                    <a:pt x="32905" y="38100"/>
                  </a:moveTo>
                  <a:lnTo>
                    <a:pt x="33680" y="36829"/>
                  </a:lnTo>
                  <a:lnTo>
                    <a:pt x="33938" y="36829"/>
                  </a:lnTo>
                  <a:lnTo>
                    <a:pt x="32905" y="38100"/>
                  </a:lnTo>
                  <a:close/>
                </a:path>
                <a:path w="817245" h="312420">
                  <a:moveTo>
                    <a:pt x="786041" y="40639"/>
                  </a:moveTo>
                  <a:lnTo>
                    <a:pt x="783285" y="36829"/>
                  </a:lnTo>
                  <a:lnTo>
                    <a:pt x="812558" y="36829"/>
                  </a:lnTo>
                  <a:lnTo>
                    <a:pt x="813365" y="39370"/>
                  </a:lnTo>
                  <a:lnTo>
                    <a:pt x="785368" y="39370"/>
                  </a:lnTo>
                  <a:lnTo>
                    <a:pt x="786041" y="40639"/>
                  </a:lnTo>
                  <a:close/>
                </a:path>
                <a:path w="817245" h="312420">
                  <a:moveTo>
                    <a:pt x="30924" y="40639"/>
                  </a:moveTo>
                  <a:lnTo>
                    <a:pt x="31597" y="39370"/>
                  </a:lnTo>
                  <a:lnTo>
                    <a:pt x="31843" y="39370"/>
                  </a:lnTo>
                  <a:lnTo>
                    <a:pt x="30924" y="40639"/>
                  </a:lnTo>
                  <a:close/>
                </a:path>
                <a:path w="817245" h="312420">
                  <a:moveTo>
                    <a:pt x="789190" y="46989"/>
                  </a:moveTo>
                  <a:lnTo>
                    <a:pt x="787171" y="43179"/>
                  </a:lnTo>
                  <a:lnTo>
                    <a:pt x="787768" y="43179"/>
                  </a:lnTo>
                  <a:lnTo>
                    <a:pt x="785368" y="39370"/>
                  </a:lnTo>
                  <a:lnTo>
                    <a:pt x="813365" y="39370"/>
                  </a:lnTo>
                  <a:lnTo>
                    <a:pt x="814171" y="41910"/>
                  </a:lnTo>
                  <a:lnTo>
                    <a:pt x="815343" y="45720"/>
                  </a:lnTo>
                  <a:lnTo>
                    <a:pt x="788708" y="45720"/>
                  </a:lnTo>
                  <a:lnTo>
                    <a:pt x="789190" y="46989"/>
                  </a:lnTo>
                  <a:close/>
                </a:path>
                <a:path w="817245" h="312420">
                  <a:moveTo>
                    <a:pt x="27774" y="46989"/>
                  </a:moveTo>
                  <a:lnTo>
                    <a:pt x="28257" y="45720"/>
                  </a:lnTo>
                  <a:lnTo>
                    <a:pt x="28448" y="45720"/>
                  </a:lnTo>
                  <a:lnTo>
                    <a:pt x="27774" y="46989"/>
                  </a:lnTo>
                  <a:close/>
                </a:path>
                <a:path w="817245" h="312420">
                  <a:moveTo>
                    <a:pt x="790998" y="52904"/>
                  </a:moveTo>
                  <a:lnTo>
                    <a:pt x="789952" y="49529"/>
                  </a:lnTo>
                  <a:lnTo>
                    <a:pt x="790321" y="49529"/>
                  </a:lnTo>
                  <a:lnTo>
                    <a:pt x="788708" y="45720"/>
                  </a:lnTo>
                  <a:lnTo>
                    <a:pt x="815343" y="45720"/>
                  </a:lnTo>
                  <a:lnTo>
                    <a:pt x="815733" y="46989"/>
                  </a:lnTo>
                  <a:lnTo>
                    <a:pt x="815987" y="48260"/>
                  </a:lnTo>
                  <a:lnTo>
                    <a:pt x="816530" y="52070"/>
                  </a:lnTo>
                  <a:lnTo>
                    <a:pt x="790879" y="52070"/>
                  </a:lnTo>
                  <a:lnTo>
                    <a:pt x="790998" y="52904"/>
                  </a:lnTo>
                  <a:close/>
                </a:path>
                <a:path w="817245" h="312420">
                  <a:moveTo>
                    <a:pt x="25831" y="53339"/>
                  </a:moveTo>
                  <a:lnTo>
                    <a:pt x="26085" y="52070"/>
                  </a:lnTo>
                  <a:lnTo>
                    <a:pt x="25966" y="52904"/>
                  </a:lnTo>
                  <a:lnTo>
                    <a:pt x="25831" y="53339"/>
                  </a:lnTo>
                  <a:close/>
                </a:path>
                <a:path w="817245" h="312420">
                  <a:moveTo>
                    <a:pt x="25966" y="52904"/>
                  </a:moveTo>
                  <a:lnTo>
                    <a:pt x="26085" y="52070"/>
                  </a:lnTo>
                  <a:lnTo>
                    <a:pt x="26225" y="52070"/>
                  </a:lnTo>
                  <a:lnTo>
                    <a:pt x="25966" y="52904"/>
                  </a:lnTo>
                  <a:close/>
                </a:path>
                <a:path w="817245" h="312420">
                  <a:moveTo>
                    <a:pt x="791133" y="53339"/>
                  </a:moveTo>
                  <a:lnTo>
                    <a:pt x="790998" y="52904"/>
                  </a:lnTo>
                  <a:lnTo>
                    <a:pt x="790879" y="52070"/>
                  </a:lnTo>
                  <a:lnTo>
                    <a:pt x="791133" y="53339"/>
                  </a:lnTo>
                  <a:close/>
                </a:path>
                <a:path w="817245" h="312420">
                  <a:moveTo>
                    <a:pt x="816711" y="53339"/>
                  </a:moveTo>
                  <a:lnTo>
                    <a:pt x="791133" y="53339"/>
                  </a:lnTo>
                  <a:lnTo>
                    <a:pt x="790879" y="52070"/>
                  </a:lnTo>
                  <a:lnTo>
                    <a:pt x="816530" y="52070"/>
                  </a:lnTo>
                  <a:lnTo>
                    <a:pt x="816711" y="53339"/>
                  </a:lnTo>
                  <a:close/>
                </a:path>
                <a:path w="817245" h="312420">
                  <a:moveTo>
                    <a:pt x="25904" y="53339"/>
                  </a:moveTo>
                  <a:lnTo>
                    <a:pt x="25966" y="52904"/>
                  </a:lnTo>
                  <a:lnTo>
                    <a:pt x="25904" y="53339"/>
                  </a:lnTo>
                  <a:close/>
                </a:path>
                <a:path w="817245" h="312420">
                  <a:moveTo>
                    <a:pt x="816965" y="57150"/>
                  </a:moveTo>
                  <a:lnTo>
                    <a:pt x="791603" y="57150"/>
                  </a:lnTo>
                  <a:lnTo>
                    <a:pt x="791476" y="55879"/>
                  </a:lnTo>
                  <a:lnTo>
                    <a:pt x="790998" y="52904"/>
                  </a:lnTo>
                  <a:lnTo>
                    <a:pt x="791133" y="53339"/>
                  </a:lnTo>
                  <a:lnTo>
                    <a:pt x="816711" y="53339"/>
                  </a:lnTo>
                  <a:lnTo>
                    <a:pt x="816838" y="54610"/>
                  </a:lnTo>
                  <a:lnTo>
                    <a:pt x="816965" y="57150"/>
                  </a:lnTo>
                  <a:close/>
                </a:path>
                <a:path w="817245" h="312420">
                  <a:moveTo>
                    <a:pt x="25461" y="56448"/>
                  </a:moveTo>
                  <a:lnTo>
                    <a:pt x="25488" y="55879"/>
                  </a:lnTo>
                  <a:lnTo>
                    <a:pt x="25461" y="56448"/>
                  </a:lnTo>
                  <a:close/>
                </a:path>
                <a:path w="817245" h="312420">
                  <a:moveTo>
                    <a:pt x="791503" y="56448"/>
                  </a:moveTo>
                  <a:lnTo>
                    <a:pt x="791422" y="55879"/>
                  </a:lnTo>
                  <a:lnTo>
                    <a:pt x="791503" y="56448"/>
                  </a:lnTo>
                  <a:close/>
                </a:path>
                <a:path w="817245" h="312420">
                  <a:moveTo>
                    <a:pt x="25428" y="57150"/>
                  </a:moveTo>
                  <a:lnTo>
                    <a:pt x="25461" y="56448"/>
                  </a:lnTo>
                  <a:lnTo>
                    <a:pt x="25428" y="57150"/>
                  </a:lnTo>
                  <a:close/>
                </a:path>
                <a:path w="817245" h="312420">
                  <a:moveTo>
                    <a:pt x="817092" y="60960"/>
                  </a:moveTo>
                  <a:lnTo>
                    <a:pt x="791718" y="60960"/>
                  </a:lnTo>
                  <a:lnTo>
                    <a:pt x="791705" y="59689"/>
                  </a:lnTo>
                  <a:lnTo>
                    <a:pt x="791503" y="56448"/>
                  </a:lnTo>
                  <a:lnTo>
                    <a:pt x="791603" y="57150"/>
                  </a:lnTo>
                  <a:lnTo>
                    <a:pt x="816965" y="57150"/>
                  </a:lnTo>
                  <a:lnTo>
                    <a:pt x="817092" y="60960"/>
                  </a:lnTo>
                  <a:close/>
                </a:path>
                <a:path w="817245" h="312420">
                  <a:moveTo>
                    <a:pt x="25260" y="60692"/>
                  </a:moveTo>
                  <a:lnTo>
                    <a:pt x="25260" y="59689"/>
                  </a:lnTo>
                  <a:lnTo>
                    <a:pt x="25260" y="60692"/>
                  </a:lnTo>
                  <a:close/>
                </a:path>
                <a:path w="817245" h="312420">
                  <a:moveTo>
                    <a:pt x="791705" y="60692"/>
                  </a:moveTo>
                  <a:lnTo>
                    <a:pt x="791657" y="59689"/>
                  </a:lnTo>
                  <a:lnTo>
                    <a:pt x="791705" y="60692"/>
                  </a:lnTo>
                  <a:close/>
                </a:path>
                <a:path w="817245" h="312420">
                  <a:moveTo>
                    <a:pt x="25260" y="60960"/>
                  </a:moveTo>
                  <a:lnTo>
                    <a:pt x="25260" y="60692"/>
                  </a:lnTo>
                  <a:lnTo>
                    <a:pt x="25260" y="60960"/>
                  </a:lnTo>
                  <a:close/>
                </a:path>
                <a:path w="817245" h="312420">
                  <a:moveTo>
                    <a:pt x="816902" y="256539"/>
                  </a:moveTo>
                  <a:lnTo>
                    <a:pt x="791476" y="256539"/>
                  </a:lnTo>
                  <a:lnTo>
                    <a:pt x="791603" y="255270"/>
                  </a:lnTo>
                  <a:lnTo>
                    <a:pt x="791657" y="252729"/>
                  </a:lnTo>
                  <a:lnTo>
                    <a:pt x="791718" y="251460"/>
                  </a:lnTo>
                  <a:lnTo>
                    <a:pt x="791705" y="60692"/>
                  </a:lnTo>
                  <a:lnTo>
                    <a:pt x="791718" y="60960"/>
                  </a:lnTo>
                  <a:lnTo>
                    <a:pt x="817092" y="60960"/>
                  </a:lnTo>
                  <a:lnTo>
                    <a:pt x="816965" y="255270"/>
                  </a:lnTo>
                  <a:lnTo>
                    <a:pt x="816902" y="256539"/>
                  </a:lnTo>
                  <a:close/>
                </a:path>
                <a:path w="817245" h="312420">
                  <a:moveTo>
                    <a:pt x="25450" y="255737"/>
                  </a:moveTo>
                  <a:lnTo>
                    <a:pt x="25361" y="255270"/>
                  </a:lnTo>
                  <a:lnTo>
                    <a:pt x="25450" y="255737"/>
                  </a:lnTo>
                  <a:close/>
                </a:path>
                <a:path w="817245" h="312420">
                  <a:moveTo>
                    <a:pt x="791514" y="255737"/>
                  </a:moveTo>
                  <a:lnTo>
                    <a:pt x="791537" y="255270"/>
                  </a:lnTo>
                  <a:lnTo>
                    <a:pt x="791514" y="255737"/>
                  </a:lnTo>
                  <a:close/>
                </a:path>
                <a:path w="817245" h="312420">
                  <a:moveTo>
                    <a:pt x="25603" y="256539"/>
                  </a:moveTo>
                  <a:lnTo>
                    <a:pt x="25450" y="255737"/>
                  </a:lnTo>
                  <a:lnTo>
                    <a:pt x="25603" y="256539"/>
                  </a:lnTo>
                  <a:close/>
                </a:path>
                <a:path w="817245" h="312420">
                  <a:moveTo>
                    <a:pt x="816711" y="259079"/>
                  </a:moveTo>
                  <a:lnTo>
                    <a:pt x="790879" y="259079"/>
                  </a:lnTo>
                  <a:lnTo>
                    <a:pt x="791133" y="257810"/>
                  </a:lnTo>
                  <a:lnTo>
                    <a:pt x="791514" y="255737"/>
                  </a:lnTo>
                  <a:lnTo>
                    <a:pt x="791476" y="256539"/>
                  </a:lnTo>
                  <a:lnTo>
                    <a:pt x="816902" y="256539"/>
                  </a:lnTo>
                  <a:lnTo>
                    <a:pt x="816808" y="258108"/>
                  </a:lnTo>
                  <a:lnTo>
                    <a:pt x="816711" y="259079"/>
                  </a:lnTo>
                  <a:close/>
                </a:path>
                <a:path w="817245" h="312420">
                  <a:moveTo>
                    <a:pt x="791064" y="258108"/>
                  </a:moveTo>
                  <a:lnTo>
                    <a:pt x="791121" y="257810"/>
                  </a:lnTo>
                  <a:lnTo>
                    <a:pt x="791064" y="258108"/>
                  </a:lnTo>
                  <a:close/>
                </a:path>
                <a:path w="817245" h="312420">
                  <a:moveTo>
                    <a:pt x="26127" y="259079"/>
                  </a:moveTo>
                  <a:lnTo>
                    <a:pt x="25901" y="258108"/>
                  </a:lnTo>
                  <a:lnTo>
                    <a:pt x="26127" y="259079"/>
                  </a:lnTo>
                  <a:close/>
                </a:path>
                <a:path w="817245" h="312420">
                  <a:moveTo>
                    <a:pt x="815978" y="262889"/>
                  </a:moveTo>
                  <a:lnTo>
                    <a:pt x="789952" y="262889"/>
                  </a:lnTo>
                  <a:lnTo>
                    <a:pt x="790321" y="261620"/>
                  </a:lnTo>
                  <a:lnTo>
                    <a:pt x="791064" y="258108"/>
                  </a:lnTo>
                  <a:lnTo>
                    <a:pt x="790879" y="259079"/>
                  </a:lnTo>
                  <a:lnTo>
                    <a:pt x="816711" y="259079"/>
                  </a:lnTo>
                  <a:lnTo>
                    <a:pt x="815978" y="262889"/>
                  </a:lnTo>
                  <a:close/>
                </a:path>
                <a:path w="817245" h="312420">
                  <a:moveTo>
                    <a:pt x="27012" y="262889"/>
                  </a:moveTo>
                  <a:lnTo>
                    <a:pt x="26644" y="261620"/>
                  </a:lnTo>
                  <a:lnTo>
                    <a:pt x="26917" y="262479"/>
                  </a:lnTo>
                  <a:lnTo>
                    <a:pt x="27012" y="262889"/>
                  </a:lnTo>
                  <a:close/>
                </a:path>
                <a:path w="817245" h="312420">
                  <a:moveTo>
                    <a:pt x="26917" y="262479"/>
                  </a:moveTo>
                  <a:lnTo>
                    <a:pt x="26644" y="261620"/>
                  </a:lnTo>
                  <a:lnTo>
                    <a:pt x="26917" y="262479"/>
                  </a:lnTo>
                  <a:close/>
                </a:path>
                <a:path w="817245" h="312420">
                  <a:moveTo>
                    <a:pt x="790048" y="262479"/>
                  </a:moveTo>
                  <a:lnTo>
                    <a:pt x="790247" y="261620"/>
                  </a:lnTo>
                  <a:lnTo>
                    <a:pt x="790048" y="262479"/>
                  </a:lnTo>
                  <a:close/>
                </a:path>
                <a:path w="817245" h="312420">
                  <a:moveTo>
                    <a:pt x="789952" y="262889"/>
                  </a:moveTo>
                  <a:lnTo>
                    <a:pt x="790048" y="262479"/>
                  </a:lnTo>
                  <a:lnTo>
                    <a:pt x="790321" y="261620"/>
                  </a:lnTo>
                  <a:lnTo>
                    <a:pt x="789952" y="262889"/>
                  </a:lnTo>
                  <a:close/>
                </a:path>
                <a:path w="817245" h="312420">
                  <a:moveTo>
                    <a:pt x="27047" y="262889"/>
                  </a:moveTo>
                  <a:lnTo>
                    <a:pt x="26917" y="262479"/>
                  </a:lnTo>
                  <a:lnTo>
                    <a:pt x="27047" y="262889"/>
                  </a:lnTo>
                  <a:close/>
                </a:path>
                <a:path w="817245" h="312420">
                  <a:moveTo>
                    <a:pt x="815143" y="266700"/>
                  </a:moveTo>
                  <a:lnTo>
                    <a:pt x="788708" y="266700"/>
                  </a:lnTo>
                  <a:lnTo>
                    <a:pt x="789190" y="265429"/>
                  </a:lnTo>
                  <a:lnTo>
                    <a:pt x="790048" y="262479"/>
                  </a:lnTo>
                  <a:lnTo>
                    <a:pt x="789952" y="262889"/>
                  </a:lnTo>
                  <a:lnTo>
                    <a:pt x="815978" y="262889"/>
                  </a:lnTo>
                  <a:lnTo>
                    <a:pt x="815733" y="264160"/>
                  </a:lnTo>
                  <a:lnTo>
                    <a:pt x="815143" y="266700"/>
                  </a:lnTo>
                  <a:close/>
                </a:path>
                <a:path w="817245" h="312420">
                  <a:moveTo>
                    <a:pt x="28257" y="266700"/>
                  </a:moveTo>
                  <a:lnTo>
                    <a:pt x="27774" y="265429"/>
                  </a:lnTo>
                  <a:lnTo>
                    <a:pt x="27972" y="265803"/>
                  </a:lnTo>
                  <a:lnTo>
                    <a:pt x="28257" y="266700"/>
                  </a:lnTo>
                  <a:close/>
                </a:path>
                <a:path w="817245" h="312420">
                  <a:moveTo>
                    <a:pt x="27972" y="265803"/>
                  </a:moveTo>
                  <a:lnTo>
                    <a:pt x="27774" y="265429"/>
                  </a:lnTo>
                  <a:lnTo>
                    <a:pt x="27972" y="265803"/>
                  </a:lnTo>
                  <a:close/>
                </a:path>
                <a:path w="817245" h="312420">
                  <a:moveTo>
                    <a:pt x="788992" y="265803"/>
                  </a:moveTo>
                  <a:lnTo>
                    <a:pt x="789111" y="265429"/>
                  </a:lnTo>
                  <a:lnTo>
                    <a:pt x="788992" y="265803"/>
                  </a:lnTo>
                  <a:close/>
                </a:path>
                <a:path w="817245" h="312420">
                  <a:moveTo>
                    <a:pt x="788708" y="266700"/>
                  </a:moveTo>
                  <a:lnTo>
                    <a:pt x="788992" y="265803"/>
                  </a:lnTo>
                  <a:lnTo>
                    <a:pt x="789190" y="265429"/>
                  </a:lnTo>
                  <a:lnTo>
                    <a:pt x="788708" y="266700"/>
                  </a:lnTo>
                  <a:close/>
                </a:path>
                <a:path w="817245" h="312420">
                  <a:moveTo>
                    <a:pt x="28448" y="266700"/>
                  </a:moveTo>
                  <a:lnTo>
                    <a:pt x="28257" y="266700"/>
                  </a:lnTo>
                  <a:lnTo>
                    <a:pt x="27972" y="265803"/>
                  </a:lnTo>
                  <a:lnTo>
                    <a:pt x="28448" y="266700"/>
                  </a:lnTo>
                  <a:close/>
                </a:path>
                <a:path w="817245" h="312420">
                  <a:moveTo>
                    <a:pt x="814552" y="269239"/>
                  </a:moveTo>
                  <a:lnTo>
                    <a:pt x="787171" y="269239"/>
                  </a:lnTo>
                  <a:lnTo>
                    <a:pt x="788992" y="265803"/>
                  </a:lnTo>
                  <a:lnTo>
                    <a:pt x="788708" y="266700"/>
                  </a:lnTo>
                  <a:lnTo>
                    <a:pt x="815143" y="266700"/>
                  </a:lnTo>
                  <a:lnTo>
                    <a:pt x="814552" y="269239"/>
                  </a:lnTo>
                  <a:close/>
                </a:path>
                <a:path w="817245" h="312420">
                  <a:moveTo>
                    <a:pt x="29997" y="269239"/>
                  </a:moveTo>
                  <a:lnTo>
                    <a:pt x="29794" y="269239"/>
                  </a:lnTo>
                  <a:lnTo>
                    <a:pt x="29197" y="267970"/>
                  </a:lnTo>
                  <a:lnTo>
                    <a:pt x="29997" y="269239"/>
                  </a:lnTo>
                  <a:close/>
                </a:path>
                <a:path w="817245" h="312420">
                  <a:moveTo>
                    <a:pt x="813633" y="271779"/>
                  </a:moveTo>
                  <a:lnTo>
                    <a:pt x="785368" y="271779"/>
                  </a:lnTo>
                  <a:lnTo>
                    <a:pt x="787768" y="267970"/>
                  </a:lnTo>
                  <a:lnTo>
                    <a:pt x="787171" y="269239"/>
                  </a:lnTo>
                  <a:lnTo>
                    <a:pt x="814552" y="269239"/>
                  </a:lnTo>
                  <a:lnTo>
                    <a:pt x="814171" y="270510"/>
                  </a:lnTo>
                  <a:lnTo>
                    <a:pt x="813633" y="271779"/>
                  </a:lnTo>
                  <a:close/>
                </a:path>
                <a:path w="817245" h="312420">
                  <a:moveTo>
                    <a:pt x="31843" y="271779"/>
                  </a:moveTo>
                  <a:lnTo>
                    <a:pt x="31597" y="271779"/>
                  </a:lnTo>
                  <a:lnTo>
                    <a:pt x="30924" y="270510"/>
                  </a:lnTo>
                  <a:lnTo>
                    <a:pt x="31843" y="271779"/>
                  </a:lnTo>
                  <a:close/>
                </a:path>
                <a:path w="817245" h="312420">
                  <a:moveTo>
                    <a:pt x="810561" y="279400"/>
                  </a:moveTo>
                  <a:lnTo>
                    <a:pt x="778421" y="279400"/>
                  </a:lnTo>
                  <a:lnTo>
                    <a:pt x="781824" y="276860"/>
                  </a:lnTo>
                  <a:lnTo>
                    <a:pt x="780961" y="276860"/>
                  </a:lnTo>
                  <a:lnTo>
                    <a:pt x="784059" y="274320"/>
                  </a:lnTo>
                  <a:lnTo>
                    <a:pt x="783285" y="274320"/>
                  </a:lnTo>
                  <a:lnTo>
                    <a:pt x="786041" y="270510"/>
                  </a:lnTo>
                  <a:lnTo>
                    <a:pt x="785368" y="271779"/>
                  </a:lnTo>
                  <a:lnTo>
                    <a:pt x="813633" y="271779"/>
                  </a:lnTo>
                  <a:lnTo>
                    <a:pt x="812558" y="274320"/>
                  </a:lnTo>
                  <a:lnTo>
                    <a:pt x="812076" y="275589"/>
                  </a:lnTo>
                  <a:lnTo>
                    <a:pt x="810561" y="279400"/>
                  </a:lnTo>
                  <a:close/>
                </a:path>
                <a:path w="817245" h="312420">
                  <a:moveTo>
                    <a:pt x="38845" y="279400"/>
                  </a:moveTo>
                  <a:lnTo>
                    <a:pt x="38544" y="279400"/>
                  </a:lnTo>
                  <a:lnTo>
                    <a:pt x="37617" y="278129"/>
                  </a:lnTo>
                  <a:lnTo>
                    <a:pt x="38845" y="279400"/>
                  </a:lnTo>
                  <a:close/>
                </a:path>
                <a:path w="817245" h="312420">
                  <a:moveTo>
                    <a:pt x="808872" y="281939"/>
                  </a:moveTo>
                  <a:lnTo>
                    <a:pt x="775665" y="281939"/>
                  </a:lnTo>
                  <a:lnTo>
                    <a:pt x="779348" y="278129"/>
                  </a:lnTo>
                  <a:lnTo>
                    <a:pt x="778421" y="279400"/>
                  </a:lnTo>
                  <a:lnTo>
                    <a:pt x="810561" y="279400"/>
                  </a:lnTo>
                  <a:lnTo>
                    <a:pt x="810056" y="280670"/>
                  </a:lnTo>
                  <a:lnTo>
                    <a:pt x="809472" y="280670"/>
                  </a:lnTo>
                  <a:lnTo>
                    <a:pt x="808872" y="281939"/>
                  </a:lnTo>
                  <a:close/>
                </a:path>
                <a:path w="817245" h="312420">
                  <a:moveTo>
                    <a:pt x="42271" y="281939"/>
                  </a:moveTo>
                  <a:lnTo>
                    <a:pt x="41300" y="281939"/>
                  </a:lnTo>
                  <a:lnTo>
                    <a:pt x="40297" y="280670"/>
                  </a:lnTo>
                  <a:lnTo>
                    <a:pt x="42271" y="281939"/>
                  </a:lnTo>
                  <a:close/>
                </a:path>
                <a:path w="817245" h="312420">
                  <a:moveTo>
                    <a:pt x="808272" y="283210"/>
                  </a:moveTo>
                  <a:lnTo>
                    <a:pt x="772718" y="283210"/>
                  </a:lnTo>
                  <a:lnTo>
                    <a:pt x="776668" y="280670"/>
                  </a:lnTo>
                  <a:lnTo>
                    <a:pt x="775665" y="281939"/>
                  </a:lnTo>
                  <a:lnTo>
                    <a:pt x="808872" y="281939"/>
                  </a:lnTo>
                  <a:lnTo>
                    <a:pt x="808272" y="283210"/>
                  </a:lnTo>
                  <a:close/>
                </a:path>
                <a:path w="817245" h="312420">
                  <a:moveTo>
                    <a:pt x="45262" y="283210"/>
                  </a:moveTo>
                  <a:lnTo>
                    <a:pt x="44246" y="283210"/>
                  </a:lnTo>
                  <a:lnTo>
                    <a:pt x="43167" y="281939"/>
                  </a:lnTo>
                  <a:lnTo>
                    <a:pt x="45262" y="283210"/>
                  </a:lnTo>
                  <a:close/>
                </a:path>
                <a:path w="817245" h="312420">
                  <a:moveTo>
                    <a:pt x="807072" y="285750"/>
                  </a:moveTo>
                  <a:lnTo>
                    <a:pt x="766356" y="285750"/>
                  </a:lnTo>
                  <a:lnTo>
                    <a:pt x="770762" y="284479"/>
                  </a:lnTo>
                  <a:lnTo>
                    <a:pt x="769607" y="284479"/>
                  </a:lnTo>
                  <a:lnTo>
                    <a:pt x="773798" y="281939"/>
                  </a:lnTo>
                  <a:lnTo>
                    <a:pt x="772718" y="283210"/>
                  </a:lnTo>
                  <a:lnTo>
                    <a:pt x="808272" y="283210"/>
                  </a:lnTo>
                  <a:lnTo>
                    <a:pt x="807072" y="285750"/>
                  </a:lnTo>
                  <a:close/>
                </a:path>
                <a:path w="817245" h="312420">
                  <a:moveTo>
                    <a:pt x="799757" y="294639"/>
                  </a:moveTo>
                  <a:lnTo>
                    <a:pt x="17208" y="294639"/>
                  </a:lnTo>
                  <a:lnTo>
                    <a:pt x="14109" y="290829"/>
                  </a:lnTo>
                  <a:lnTo>
                    <a:pt x="13334" y="289560"/>
                  </a:lnTo>
                  <a:lnTo>
                    <a:pt x="10579" y="285750"/>
                  </a:lnTo>
                  <a:lnTo>
                    <a:pt x="49415" y="285750"/>
                  </a:lnTo>
                  <a:lnTo>
                    <a:pt x="54000" y="287020"/>
                  </a:lnTo>
                  <a:lnTo>
                    <a:pt x="805467" y="287020"/>
                  </a:lnTo>
                  <a:lnTo>
                    <a:pt x="803630" y="289560"/>
                  </a:lnTo>
                  <a:lnTo>
                    <a:pt x="802855" y="290829"/>
                  </a:lnTo>
                  <a:lnTo>
                    <a:pt x="799757" y="294639"/>
                  </a:lnTo>
                  <a:close/>
                </a:path>
                <a:path w="817245" h="312420">
                  <a:moveTo>
                    <a:pt x="57518" y="287020"/>
                  </a:moveTo>
                  <a:lnTo>
                    <a:pt x="54000" y="287020"/>
                  </a:lnTo>
                  <a:lnTo>
                    <a:pt x="52755" y="285750"/>
                  </a:lnTo>
                  <a:lnTo>
                    <a:pt x="57518" y="287020"/>
                  </a:lnTo>
                  <a:close/>
                </a:path>
                <a:path w="817245" h="312420">
                  <a:moveTo>
                    <a:pt x="762965" y="287020"/>
                  </a:moveTo>
                  <a:lnTo>
                    <a:pt x="759447" y="287020"/>
                  </a:lnTo>
                  <a:lnTo>
                    <a:pt x="764209" y="285750"/>
                  </a:lnTo>
                  <a:lnTo>
                    <a:pt x="762965" y="287020"/>
                  </a:lnTo>
                  <a:close/>
                </a:path>
                <a:path w="817245" h="312420">
                  <a:moveTo>
                    <a:pt x="805467" y="287020"/>
                  </a:moveTo>
                  <a:lnTo>
                    <a:pt x="762965" y="287020"/>
                  </a:lnTo>
                  <a:lnTo>
                    <a:pt x="767549" y="285750"/>
                  </a:lnTo>
                  <a:lnTo>
                    <a:pt x="806386" y="285750"/>
                  </a:lnTo>
                  <a:lnTo>
                    <a:pt x="805467" y="287020"/>
                  </a:lnTo>
                  <a:close/>
                </a:path>
                <a:path w="817245" h="312420">
                  <a:moveTo>
                    <a:pt x="795502" y="298450"/>
                  </a:moveTo>
                  <a:lnTo>
                    <a:pt x="21462" y="298450"/>
                  </a:lnTo>
                  <a:lnTo>
                    <a:pt x="18059" y="294639"/>
                  </a:lnTo>
                  <a:lnTo>
                    <a:pt x="798906" y="294639"/>
                  </a:lnTo>
                  <a:lnTo>
                    <a:pt x="795502" y="298450"/>
                  </a:lnTo>
                  <a:close/>
                </a:path>
                <a:path w="817245" h="312420">
                  <a:moveTo>
                    <a:pt x="790867" y="302260"/>
                  </a:moveTo>
                  <a:lnTo>
                    <a:pt x="26098" y="302260"/>
                  </a:lnTo>
                  <a:lnTo>
                    <a:pt x="22402" y="298450"/>
                  </a:lnTo>
                  <a:lnTo>
                    <a:pt x="794562" y="298450"/>
                  </a:lnTo>
                  <a:lnTo>
                    <a:pt x="790867" y="302260"/>
                  </a:lnTo>
                  <a:close/>
                </a:path>
                <a:path w="817245" h="312420">
                  <a:moveTo>
                    <a:pt x="785914" y="304800"/>
                  </a:moveTo>
                  <a:lnTo>
                    <a:pt x="31051" y="304800"/>
                  </a:lnTo>
                  <a:lnTo>
                    <a:pt x="27101" y="302260"/>
                  </a:lnTo>
                  <a:lnTo>
                    <a:pt x="789863" y="302260"/>
                  </a:lnTo>
                  <a:lnTo>
                    <a:pt x="785914" y="304800"/>
                  </a:lnTo>
                  <a:close/>
                </a:path>
                <a:path w="817245" h="312420">
                  <a:moveTo>
                    <a:pt x="780630" y="307339"/>
                  </a:moveTo>
                  <a:lnTo>
                    <a:pt x="36334" y="307339"/>
                  </a:lnTo>
                  <a:lnTo>
                    <a:pt x="32143" y="304800"/>
                  </a:lnTo>
                  <a:lnTo>
                    <a:pt x="784821" y="304800"/>
                  </a:lnTo>
                  <a:lnTo>
                    <a:pt x="780630" y="307339"/>
                  </a:lnTo>
                  <a:close/>
                </a:path>
                <a:path w="817245" h="312420">
                  <a:moveTo>
                    <a:pt x="775080" y="309879"/>
                  </a:moveTo>
                  <a:lnTo>
                    <a:pt x="41884" y="309879"/>
                  </a:lnTo>
                  <a:lnTo>
                    <a:pt x="37477" y="307339"/>
                  </a:lnTo>
                  <a:lnTo>
                    <a:pt x="779487" y="307339"/>
                  </a:lnTo>
                  <a:lnTo>
                    <a:pt x="775080" y="309879"/>
                  </a:lnTo>
                  <a:close/>
                </a:path>
                <a:path w="817245" h="312420">
                  <a:moveTo>
                    <a:pt x="769289" y="311150"/>
                  </a:moveTo>
                  <a:lnTo>
                    <a:pt x="47675" y="311150"/>
                  </a:lnTo>
                  <a:lnTo>
                    <a:pt x="43078" y="309879"/>
                  </a:lnTo>
                  <a:lnTo>
                    <a:pt x="773887" y="309879"/>
                  </a:lnTo>
                  <a:lnTo>
                    <a:pt x="769289" y="311150"/>
                  </a:lnTo>
                  <a:close/>
                </a:path>
                <a:path w="817245" h="312420">
                  <a:moveTo>
                    <a:pt x="763282" y="312420"/>
                  </a:moveTo>
                  <a:lnTo>
                    <a:pt x="53682" y="312420"/>
                  </a:lnTo>
                  <a:lnTo>
                    <a:pt x="48920" y="311150"/>
                  </a:lnTo>
                  <a:lnTo>
                    <a:pt x="768045" y="311150"/>
                  </a:lnTo>
                  <a:lnTo>
                    <a:pt x="763282" y="312420"/>
                  </a:lnTo>
                  <a:close/>
                </a:path>
              </a:pathLst>
            </a:custGeom>
            <a:solidFill>
              <a:srgbClr val="BB7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8108708" y="4314901"/>
            <a:ext cx="3429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8F8F8"/>
                </a:solidFill>
                <a:latin typeface="Arial"/>
                <a:cs typeface="Arial"/>
              </a:rPr>
              <a:t>End</a:t>
            </a:r>
            <a:endParaRPr sz="1400" b="1" dirty="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655573" y="2162810"/>
            <a:ext cx="1249680" cy="385445"/>
            <a:chOff x="7655573" y="2162810"/>
            <a:chExt cx="1249680" cy="385445"/>
          </a:xfrm>
        </p:grpSpPr>
        <p:sp>
          <p:nvSpPr>
            <p:cNvPr id="102" name="object 102"/>
            <p:cNvSpPr/>
            <p:nvPr/>
          </p:nvSpPr>
          <p:spPr>
            <a:xfrm>
              <a:off x="7668768" y="2176272"/>
              <a:ext cx="1224280" cy="360045"/>
            </a:xfrm>
            <a:custGeom>
              <a:avLst/>
              <a:gdLst/>
              <a:ahLst/>
              <a:cxnLst/>
              <a:rect l="l" t="t" r="r" b="b"/>
              <a:pathLst>
                <a:path w="1224279" h="360044">
                  <a:moveTo>
                    <a:pt x="1133855" y="359663"/>
                  </a:moveTo>
                  <a:lnTo>
                    <a:pt x="0" y="359663"/>
                  </a:lnTo>
                  <a:lnTo>
                    <a:pt x="89915" y="0"/>
                  </a:lnTo>
                  <a:lnTo>
                    <a:pt x="1223772" y="0"/>
                  </a:lnTo>
                  <a:lnTo>
                    <a:pt x="1133855" y="359663"/>
                  </a:lnTo>
                  <a:close/>
                </a:path>
              </a:pathLst>
            </a:custGeom>
            <a:solidFill>
              <a:srgbClr val="FF5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655573" y="2162810"/>
              <a:ext cx="1249680" cy="385445"/>
            </a:xfrm>
            <a:custGeom>
              <a:avLst/>
              <a:gdLst/>
              <a:ahLst/>
              <a:cxnLst/>
              <a:rect l="l" t="t" r="r" b="b"/>
              <a:pathLst>
                <a:path w="1249679" h="385444">
                  <a:moveTo>
                    <a:pt x="1146949" y="385444"/>
                  </a:moveTo>
                  <a:lnTo>
                    <a:pt x="12687" y="385444"/>
                  </a:lnTo>
                  <a:lnTo>
                    <a:pt x="10147" y="385190"/>
                  </a:lnTo>
                  <a:lnTo>
                    <a:pt x="0" y="372198"/>
                  </a:lnTo>
                  <a:lnTo>
                    <a:pt x="368" y="369658"/>
                  </a:lnTo>
                  <a:lnTo>
                    <a:pt x="90373" y="9613"/>
                  </a:lnTo>
                  <a:lnTo>
                    <a:pt x="102704" y="0"/>
                  </a:lnTo>
                  <a:lnTo>
                    <a:pt x="1236967" y="0"/>
                  </a:lnTo>
                  <a:lnTo>
                    <a:pt x="1249219" y="9613"/>
                  </a:lnTo>
                  <a:lnTo>
                    <a:pt x="1224648" y="9613"/>
                  </a:lnTo>
                  <a:lnTo>
                    <a:pt x="1223105" y="15786"/>
                  </a:lnTo>
                  <a:lnTo>
                    <a:pt x="115023" y="15786"/>
                  </a:lnTo>
                  <a:lnTo>
                    <a:pt x="102704" y="25400"/>
                  </a:lnTo>
                  <a:lnTo>
                    <a:pt x="112620" y="25400"/>
                  </a:lnTo>
                  <a:lnTo>
                    <a:pt x="28953" y="360044"/>
                  </a:lnTo>
                  <a:lnTo>
                    <a:pt x="12687" y="360044"/>
                  </a:lnTo>
                  <a:lnTo>
                    <a:pt x="25006" y="375831"/>
                  </a:lnTo>
                  <a:lnTo>
                    <a:pt x="1159281" y="375831"/>
                  </a:lnTo>
                  <a:lnTo>
                    <a:pt x="1158303" y="378447"/>
                  </a:lnTo>
                  <a:lnTo>
                    <a:pt x="1156779" y="380796"/>
                  </a:lnTo>
                  <a:lnTo>
                    <a:pt x="1154772" y="382752"/>
                  </a:lnTo>
                  <a:lnTo>
                    <a:pt x="1152385" y="384225"/>
                  </a:lnTo>
                  <a:lnTo>
                    <a:pt x="1149743" y="385140"/>
                  </a:lnTo>
                  <a:lnTo>
                    <a:pt x="1146949" y="385444"/>
                  </a:lnTo>
                  <a:close/>
                </a:path>
                <a:path w="1249679" h="385444">
                  <a:moveTo>
                    <a:pt x="1134630" y="369658"/>
                  </a:moveTo>
                  <a:lnTo>
                    <a:pt x="1224648" y="9613"/>
                  </a:lnTo>
                  <a:lnTo>
                    <a:pt x="1236967" y="25400"/>
                  </a:lnTo>
                  <a:lnTo>
                    <a:pt x="1246882" y="25400"/>
                  </a:lnTo>
                  <a:lnTo>
                    <a:pt x="1163227" y="360044"/>
                  </a:lnTo>
                  <a:lnTo>
                    <a:pt x="1146949" y="360044"/>
                  </a:lnTo>
                  <a:lnTo>
                    <a:pt x="1134630" y="369658"/>
                  </a:lnTo>
                  <a:close/>
                </a:path>
                <a:path w="1249679" h="385444">
                  <a:moveTo>
                    <a:pt x="1246882" y="25400"/>
                  </a:moveTo>
                  <a:lnTo>
                    <a:pt x="1236967" y="25400"/>
                  </a:lnTo>
                  <a:lnTo>
                    <a:pt x="1224648" y="9613"/>
                  </a:lnTo>
                  <a:lnTo>
                    <a:pt x="1249219" y="9613"/>
                  </a:lnTo>
                  <a:lnTo>
                    <a:pt x="1249502" y="10693"/>
                  </a:lnTo>
                  <a:lnTo>
                    <a:pt x="1249654" y="13246"/>
                  </a:lnTo>
                  <a:lnTo>
                    <a:pt x="1249286" y="15786"/>
                  </a:lnTo>
                  <a:lnTo>
                    <a:pt x="1246882" y="25400"/>
                  </a:lnTo>
                  <a:close/>
                </a:path>
                <a:path w="1249679" h="385444">
                  <a:moveTo>
                    <a:pt x="112620" y="25400"/>
                  </a:moveTo>
                  <a:lnTo>
                    <a:pt x="102704" y="25400"/>
                  </a:lnTo>
                  <a:lnTo>
                    <a:pt x="115023" y="15786"/>
                  </a:lnTo>
                  <a:lnTo>
                    <a:pt x="112620" y="25400"/>
                  </a:lnTo>
                  <a:close/>
                </a:path>
                <a:path w="1249679" h="385444">
                  <a:moveTo>
                    <a:pt x="1220701" y="25400"/>
                  </a:moveTo>
                  <a:lnTo>
                    <a:pt x="112620" y="25400"/>
                  </a:lnTo>
                  <a:lnTo>
                    <a:pt x="115023" y="15786"/>
                  </a:lnTo>
                  <a:lnTo>
                    <a:pt x="1223105" y="15786"/>
                  </a:lnTo>
                  <a:lnTo>
                    <a:pt x="1220701" y="25400"/>
                  </a:lnTo>
                  <a:close/>
                </a:path>
                <a:path w="1249679" h="385444">
                  <a:moveTo>
                    <a:pt x="25006" y="375831"/>
                  </a:moveTo>
                  <a:lnTo>
                    <a:pt x="12687" y="360044"/>
                  </a:lnTo>
                  <a:lnTo>
                    <a:pt x="28953" y="360044"/>
                  </a:lnTo>
                  <a:lnTo>
                    <a:pt x="25006" y="375831"/>
                  </a:lnTo>
                  <a:close/>
                </a:path>
                <a:path w="1249679" h="385444">
                  <a:moveTo>
                    <a:pt x="1159281" y="375831"/>
                  </a:moveTo>
                  <a:lnTo>
                    <a:pt x="25006" y="375831"/>
                  </a:lnTo>
                  <a:lnTo>
                    <a:pt x="28953" y="360044"/>
                  </a:lnTo>
                  <a:lnTo>
                    <a:pt x="1137034" y="360044"/>
                  </a:lnTo>
                  <a:lnTo>
                    <a:pt x="1134630" y="369658"/>
                  </a:lnTo>
                  <a:lnTo>
                    <a:pt x="1160824" y="369658"/>
                  </a:lnTo>
                  <a:lnTo>
                    <a:pt x="1159281" y="375831"/>
                  </a:lnTo>
                  <a:close/>
                </a:path>
                <a:path w="1249679" h="385444">
                  <a:moveTo>
                    <a:pt x="1160824" y="369658"/>
                  </a:moveTo>
                  <a:lnTo>
                    <a:pt x="1134630" y="369658"/>
                  </a:lnTo>
                  <a:lnTo>
                    <a:pt x="1146949" y="360044"/>
                  </a:lnTo>
                  <a:lnTo>
                    <a:pt x="1163227" y="360044"/>
                  </a:lnTo>
                  <a:lnTo>
                    <a:pt x="1160824" y="369658"/>
                  </a:lnTo>
                  <a:close/>
                </a:path>
              </a:pathLst>
            </a:custGeom>
            <a:solidFill>
              <a:srgbClr val="FFC4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7924622" y="2185428"/>
            <a:ext cx="84465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7475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8F8F8"/>
                </a:solidFill>
                <a:latin typeface="Arial"/>
                <a:cs typeface="Arial"/>
              </a:rPr>
              <a:t>Analyze </a:t>
            </a:r>
            <a:r>
              <a:rPr sz="1000" b="1" dirty="0">
                <a:solidFill>
                  <a:srgbClr val="F8F8F8"/>
                </a:solidFill>
                <a:latin typeface="Arial"/>
                <a:cs typeface="Arial"/>
              </a:rPr>
              <a:t>Output</a:t>
            </a:r>
            <a:r>
              <a:rPr sz="1000" b="1" spc="-30" dirty="0">
                <a:solidFill>
                  <a:srgbClr val="F8F8F8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8F8F8"/>
                </a:solidFill>
                <a:latin typeface="Arial"/>
                <a:cs typeface="Arial"/>
              </a:rPr>
              <a:t>Data</a:t>
            </a:r>
            <a:endParaRPr sz="1000" b="1" dirty="0">
              <a:latin typeface="Arial"/>
              <a:cs typeface="Arial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526795" y="1608455"/>
            <a:ext cx="7803515" cy="2691130"/>
            <a:chOff x="526795" y="1608455"/>
            <a:chExt cx="7803515" cy="2691130"/>
          </a:xfrm>
        </p:grpSpPr>
        <p:sp>
          <p:nvSpPr>
            <p:cNvPr id="106" name="object 106"/>
            <p:cNvSpPr/>
            <p:nvPr/>
          </p:nvSpPr>
          <p:spPr>
            <a:xfrm>
              <a:off x="971550" y="2306700"/>
              <a:ext cx="4717415" cy="98425"/>
            </a:xfrm>
            <a:custGeom>
              <a:avLst/>
              <a:gdLst/>
              <a:ahLst/>
              <a:cxnLst/>
              <a:rect l="l" t="t" r="r" b="b"/>
              <a:pathLst>
                <a:path w="4717415" h="98425">
                  <a:moveTo>
                    <a:pt x="567055" y="49149"/>
                  </a:moveTo>
                  <a:lnTo>
                    <a:pt x="558888" y="44386"/>
                  </a:lnTo>
                  <a:lnTo>
                    <a:pt x="483806" y="584"/>
                  </a:lnTo>
                  <a:lnTo>
                    <a:pt x="482257" y="12"/>
                  </a:lnTo>
                  <a:lnTo>
                    <a:pt x="476643" y="4673"/>
                  </a:lnTo>
                  <a:lnTo>
                    <a:pt x="476923" y="6311"/>
                  </a:lnTo>
                  <a:lnTo>
                    <a:pt x="477735" y="7747"/>
                  </a:lnTo>
                  <a:lnTo>
                    <a:pt x="479005" y="8813"/>
                  </a:lnTo>
                  <a:lnTo>
                    <a:pt x="539978" y="44386"/>
                  </a:lnTo>
                  <a:lnTo>
                    <a:pt x="0" y="44386"/>
                  </a:lnTo>
                  <a:lnTo>
                    <a:pt x="0" y="53911"/>
                  </a:lnTo>
                  <a:lnTo>
                    <a:pt x="539978" y="53911"/>
                  </a:lnTo>
                  <a:lnTo>
                    <a:pt x="479005" y="89484"/>
                  </a:lnTo>
                  <a:lnTo>
                    <a:pt x="477735" y="90551"/>
                  </a:lnTo>
                  <a:lnTo>
                    <a:pt x="476923" y="91986"/>
                  </a:lnTo>
                  <a:lnTo>
                    <a:pt x="476643" y="93624"/>
                  </a:lnTo>
                  <a:lnTo>
                    <a:pt x="476935" y="95250"/>
                  </a:lnTo>
                  <a:lnTo>
                    <a:pt x="477774" y="96672"/>
                  </a:lnTo>
                  <a:lnTo>
                    <a:pt x="479044" y="97739"/>
                  </a:lnTo>
                  <a:lnTo>
                    <a:pt x="480593" y="98298"/>
                  </a:lnTo>
                  <a:lnTo>
                    <a:pt x="482257" y="98285"/>
                  </a:lnTo>
                  <a:lnTo>
                    <a:pt x="483806" y="97713"/>
                  </a:lnTo>
                  <a:lnTo>
                    <a:pt x="558888" y="53911"/>
                  </a:lnTo>
                  <a:lnTo>
                    <a:pt x="567055" y="49149"/>
                  </a:lnTo>
                  <a:close/>
                </a:path>
                <a:path w="4717415" h="98425">
                  <a:moveTo>
                    <a:pt x="2268220" y="49149"/>
                  </a:moveTo>
                  <a:lnTo>
                    <a:pt x="2260054" y="44386"/>
                  </a:lnTo>
                  <a:lnTo>
                    <a:pt x="2184971" y="584"/>
                  </a:lnTo>
                  <a:lnTo>
                    <a:pt x="2183422" y="12"/>
                  </a:lnTo>
                  <a:lnTo>
                    <a:pt x="2177808" y="4673"/>
                  </a:lnTo>
                  <a:lnTo>
                    <a:pt x="2178088" y="6311"/>
                  </a:lnTo>
                  <a:lnTo>
                    <a:pt x="2178901" y="7747"/>
                  </a:lnTo>
                  <a:lnTo>
                    <a:pt x="2180171" y="8813"/>
                  </a:lnTo>
                  <a:lnTo>
                    <a:pt x="2241143" y="44386"/>
                  </a:lnTo>
                  <a:lnTo>
                    <a:pt x="1701165" y="44386"/>
                  </a:lnTo>
                  <a:lnTo>
                    <a:pt x="1701165" y="53911"/>
                  </a:lnTo>
                  <a:lnTo>
                    <a:pt x="2241143" y="53911"/>
                  </a:lnTo>
                  <a:lnTo>
                    <a:pt x="2180171" y="89484"/>
                  </a:lnTo>
                  <a:lnTo>
                    <a:pt x="2178901" y="90551"/>
                  </a:lnTo>
                  <a:lnTo>
                    <a:pt x="2178088" y="91986"/>
                  </a:lnTo>
                  <a:lnTo>
                    <a:pt x="2177808" y="93624"/>
                  </a:lnTo>
                  <a:lnTo>
                    <a:pt x="2178100" y="95250"/>
                  </a:lnTo>
                  <a:lnTo>
                    <a:pt x="2178939" y="96672"/>
                  </a:lnTo>
                  <a:lnTo>
                    <a:pt x="2180209" y="97739"/>
                  </a:lnTo>
                  <a:lnTo>
                    <a:pt x="2181758" y="98298"/>
                  </a:lnTo>
                  <a:lnTo>
                    <a:pt x="2183422" y="98285"/>
                  </a:lnTo>
                  <a:lnTo>
                    <a:pt x="2184971" y="97713"/>
                  </a:lnTo>
                  <a:lnTo>
                    <a:pt x="2260054" y="53911"/>
                  </a:lnTo>
                  <a:lnTo>
                    <a:pt x="2268220" y="49149"/>
                  </a:lnTo>
                  <a:close/>
                </a:path>
                <a:path w="4717415" h="98425">
                  <a:moveTo>
                    <a:pt x="4717415" y="49149"/>
                  </a:moveTo>
                  <a:lnTo>
                    <a:pt x="4709249" y="44386"/>
                  </a:lnTo>
                  <a:lnTo>
                    <a:pt x="4634166" y="584"/>
                  </a:lnTo>
                  <a:lnTo>
                    <a:pt x="4632617" y="12"/>
                  </a:lnTo>
                  <a:lnTo>
                    <a:pt x="4627003" y="4673"/>
                  </a:lnTo>
                  <a:lnTo>
                    <a:pt x="4627283" y="6311"/>
                  </a:lnTo>
                  <a:lnTo>
                    <a:pt x="4628096" y="7747"/>
                  </a:lnTo>
                  <a:lnTo>
                    <a:pt x="4629366" y="8813"/>
                  </a:lnTo>
                  <a:lnTo>
                    <a:pt x="4690338" y="44386"/>
                  </a:lnTo>
                  <a:lnTo>
                    <a:pt x="4195445" y="44386"/>
                  </a:lnTo>
                  <a:lnTo>
                    <a:pt x="4195445" y="53911"/>
                  </a:lnTo>
                  <a:lnTo>
                    <a:pt x="4690338" y="53911"/>
                  </a:lnTo>
                  <a:lnTo>
                    <a:pt x="4629366" y="89484"/>
                  </a:lnTo>
                  <a:lnTo>
                    <a:pt x="4628096" y="90551"/>
                  </a:lnTo>
                  <a:lnTo>
                    <a:pt x="4627283" y="91986"/>
                  </a:lnTo>
                  <a:lnTo>
                    <a:pt x="4627003" y="93624"/>
                  </a:lnTo>
                  <a:lnTo>
                    <a:pt x="4627296" y="95250"/>
                  </a:lnTo>
                  <a:lnTo>
                    <a:pt x="4628134" y="96672"/>
                  </a:lnTo>
                  <a:lnTo>
                    <a:pt x="4629404" y="97739"/>
                  </a:lnTo>
                  <a:lnTo>
                    <a:pt x="4630953" y="98298"/>
                  </a:lnTo>
                  <a:lnTo>
                    <a:pt x="4632617" y="98285"/>
                  </a:lnTo>
                  <a:lnTo>
                    <a:pt x="4634166" y="97713"/>
                  </a:lnTo>
                  <a:lnTo>
                    <a:pt x="4709249" y="53911"/>
                  </a:lnTo>
                  <a:lnTo>
                    <a:pt x="4717415" y="49149"/>
                  </a:lnTo>
                  <a:close/>
                </a:path>
              </a:pathLst>
            </a:custGeom>
            <a:solidFill>
              <a:srgbClr val="2E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26795" y="1608455"/>
              <a:ext cx="5895975" cy="603250"/>
            </a:xfrm>
            <a:custGeom>
              <a:avLst/>
              <a:gdLst/>
              <a:ahLst/>
              <a:cxnLst/>
              <a:rect l="l" t="t" r="r" b="b"/>
              <a:pathLst>
                <a:path w="5895975" h="603250">
                  <a:moveTo>
                    <a:pt x="49149" y="584346"/>
                  </a:moveTo>
                  <a:lnTo>
                    <a:pt x="44386" y="576182"/>
                  </a:lnTo>
                  <a:lnTo>
                    <a:pt x="44386" y="4762"/>
                  </a:lnTo>
                  <a:lnTo>
                    <a:pt x="49149" y="0"/>
                  </a:lnTo>
                  <a:lnTo>
                    <a:pt x="5891149" y="0"/>
                  </a:lnTo>
                  <a:lnTo>
                    <a:pt x="5895911" y="4762"/>
                  </a:lnTo>
                  <a:lnTo>
                    <a:pt x="53911" y="4762"/>
                  </a:lnTo>
                  <a:lnTo>
                    <a:pt x="49149" y="9525"/>
                  </a:lnTo>
                  <a:lnTo>
                    <a:pt x="53911" y="9525"/>
                  </a:lnTo>
                  <a:lnTo>
                    <a:pt x="53911" y="576182"/>
                  </a:lnTo>
                  <a:lnTo>
                    <a:pt x="49149" y="584346"/>
                  </a:lnTo>
                  <a:close/>
                </a:path>
                <a:path w="5895975" h="603250">
                  <a:moveTo>
                    <a:pt x="53911" y="9525"/>
                  </a:moveTo>
                  <a:lnTo>
                    <a:pt x="49149" y="9525"/>
                  </a:lnTo>
                  <a:lnTo>
                    <a:pt x="53911" y="4762"/>
                  </a:lnTo>
                  <a:lnTo>
                    <a:pt x="53911" y="9525"/>
                  </a:lnTo>
                  <a:close/>
                </a:path>
                <a:path w="5895975" h="603250">
                  <a:moveTo>
                    <a:pt x="5886386" y="9525"/>
                  </a:moveTo>
                  <a:lnTo>
                    <a:pt x="53911" y="9525"/>
                  </a:lnTo>
                  <a:lnTo>
                    <a:pt x="53911" y="4762"/>
                  </a:lnTo>
                  <a:lnTo>
                    <a:pt x="5886386" y="4762"/>
                  </a:lnTo>
                  <a:lnTo>
                    <a:pt x="5886386" y="9525"/>
                  </a:lnTo>
                  <a:close/>
                </a:path>
                <a:path w="5895975" h="603250">
                  <a:moveTo>
                    <a:pt x="5895911" y="243205"/>
                  </a:moveTo>
                  <a:lnTo>
                    <a:pt x="5886386" y="243205"/>
                  </a:lnTo>
                  <a:lnTo>
                    <a:pt x="5886386" y="4762"/>
                  </a:lnTo>
                  <a:lnTo>
                    <a:pt x="5891149" y="9525"/>
                  </a:lnTo>
                  <a:lnTo>
                    <a:pt x="5895911" y="9525"/>
                  </a:lnTo>
                  <a:lnTo>
                    <a:pt x="5895911" y="243205"/>
                  </a:lnTo>
                  <a:close/>
                </a:path>
                <a:path w="5895975" h="603250">
                  <a:moveTo>
                    <a:pt x="5895911" y="9525"/>
                  </a:moveTo>
                  <a:lnTo>
                    <a:pt x="5891149" y="9525"/>
                  </a:lnTo>
                  <a:lnTo>
                    <a:pt x="5886386" y="4762"/>
                  </a:lnTo>
                  <a:lnTo>
                    <a:pt x="5895911" y="4762"/>
                  </a:lnTo>
                  <a:lnTo>
                    <a:pt x="5895911" y="9525"/>
                  </a:lnTo>
                  <a:close/>
                </a:path>
                <a:path w="5895975" h="603250">
                  <a:moveTo>
                    <a:pt x="49149" y="603250"/>
                  </a:moveTo>
                  <a:lnTo>
                    <a:pt x="584" y="520001"/>
                  </a:lnTo>
                  <a:lnTo>
                    <a:pt x="12" y="518452"/>
                  </a:lnTo>
                  <a:lnTo>
                    <a:pt x="0" y="516788"/>
                  </a:lnTo>
                  <a:lnTo>
                    <a:pt x="558" y="515239"/>
                  </a:lnTo>
                  <a:lnTo>
                    <a:pt x="1625" y="513969"/>
                  </a:lnTo>
                  <a:lnTo>
                    <a:pt x="3048" y="513130"/>
                  </a:lnTo>
                  <a:lnTo>
                    <a:pt x="4673" y="512838"/>
                  </a:lnTo>
                  <a:lnTo>
                    <a:pt x="6334" y="513130"/>
                  </a:lnTo>
                  <a:lnTo>
                    <a:pt x="7747" y="513930"/>
                  </a:lnTo>
                  <a:lnTo>
                    <a:pt x="8836" y="515239"/>
                  </a:lnTo>
                  <a:lnTo>
                    <a:pt x="44386" y="576182"/>
                  </a:lnTo>
                  <a:lnTo>
                    <a:pt x="44386" y="593801"/>
                  </a:lnTo>
                  <a:lnTo>
                    <a:pt x="54661" y="593801"/>
                  </a:lnTo>
                  <a:lnTo>
                    <a:pt x="49149" y="603250"/>
                  </a:lnTo>
                  <a:close/>
                </a:path>
                <a:path w="5895975" h="603250">
                  <a:moveTo>
                    <a:pt x="54661" y="593801"/>
                  </a:moveTo>
                  <a:lnTo>
                    <a:pt x="53911" y="593801"/>
                  </a:lnTo>
                  <a:lnTo>
                    <a:pt x="53911" y="576182"/>
                  </a:lnTo>
                  <a:lnTo>
                    <a:pt x="89484" y="515200"/>
                  </a:lnTo>
                  <a:lnTo>
                    <a:pt x="90551" y="513930"/>
                  </a:lnTo>
                  <a:lnTo>
                    <a:pt x="91986" y="513118"/>
                  </a:lnTo>
                  <a:lnTo>
                    <a:pt x="93624" y="512838"/>
                  </a:lnTo>
                  <a:lnTo>
                    <a:pt x="95250" y="513130"/>
                  </a:lnTo>
                  <a:lnTo>
                    <a:pt x="96672" y="513969"/>
                  </a:lnTo>
                  <a:lnTo>
                    <a:pt x="97739" y="515239"/>
                  </a:lnTo>
                  <a:lnTo>
                    <a:pt x="98298" y="516788"/>
                  </a:lnTo>
                  <a:lnTo>
                    <a:pt x="98285" y="518452"/>
                  </a:lnTo>
                  <a:lnTo>
                    <a:pt x="97713" y="520001"/>
                  </a:lnTo>
                  <a:lnTo>
                    <a:pt x="54661" y="593801"/>
                  </a:lnTo>
                  <a:close/>
                </a:path>
                <a:path w="5895975" h="603250">
                  <a:moveTo>
                    <a:pt x="53911" y="593801"/>
                  </a:moveTo>
                  <a:lnTo>
                    <a:pt x="44386" y="593801"/>
                  </a:lnTo>
                  <a:lnTo>
                    <a:pt x="44386" y="576182"/>
                  </a:lnTo>
                  <a:lnTo>
                    <a:pt x="49149" y="584346"/>
                  </a:lnTo>
                  <a:lnTo>
                    <a:pt x="45034" y="591400"/>
                  </a:lnTo>
                  <a:lnTo>
                    <a:pt x="53911" y="591400"/>
                  </a:lnTo>
                  <a:lnTo>
                    <a:pt x="53911" y="593801"/>
                  </a:lnTo>
                  <a:close/>
                </a:path>
                <a:path w="5895975" h="603250">
                  <a:moveTo>
                    <a:pt x="53911" y="591400"/>
                  </a:moveTo>
                  <a:lnTo>
                    <a:pt x="53263" y="591400"/>
                  </a:lnTo>
                  <a:lnTo>
                    <a:pt x="49149" y="584346"/>
                  </a:lnTo>
                  <a:lnTo>
                    <a:pt x="53911" y="576182"/>
                  </a:lnTo>
                  <a:lnTo>
                    <a:pt x="53911" y="591400"/>
                  </a:lnTo>
                  <a:close/>
                </a:path>
                <a:path w="5895975" h="603250">
                  <a:moveTo>
                    <a:pt x="53263" y="591400"/>
                  </a:moveTo>
                  <a:lnTo>
                    <a:pt x="45034" y="591400"/>
                  </a:lnTo>
                  <a:lnTo>
                    <a:pt x="49149" y="584346"/>
                  </a:lnTo>
                  <a:lnTo>
                    <a:pt x="53263" y="591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146289" y="2306701"/>
              <a:ext cx="567055" cy="98425"/>
            </a:xfrm>
            <a:custGeom>
              <a:avLst/>
              <a:gdLst/>
              <a:ahLst/>
              <a:cxnLst/>
              <a:rect l="l" t="t" r="r" b="b"/>
              <a:pathLst>
                <a:path w="567054" h="98425">
                  <a:moveTo>
                    <a:pt x="548151" y="49149"/>
                  </a:moveTo>
                  <a:lnTo>
                    <a:pt x="479005" y="8813"/>
                  </a:lnTo>
                  <a:lnTo>
                    <a:pt x="477735" y="7747"/>
                  </a:lnTo>
                  <a:lnTo>
                    <a:pt x="476923" y="6311"/>
                  </a:lnTo>
                  <a:lnTo>
                    <a:pt x="476643" y="4673"/>
                  </a:lnTo>
                  <a:lnTo>
                    <a:pt x="476935" y="3048"/>
                  </a:lnTo>
                  <a:lnTo>
                    <a:pt x="477774" y="1625"/>
                  </a:lnTo>
                  <a:lnTo>
                    <a:pt x="479043" y="558"/>
                  </a:lnTo>
                  <a:lnTo>
                    <a:pt x="480593" y="0"/>
                  </a:lnTo>
                  <a:lnTo>
                    <a:pt x="482244" y="12"/>
                  </a:lnTo>
                  <a:lnTo>
                    <a:pt x="483806" y="584"/>
                  </a:lnTo>
                  <a:lnTo>
                    <a:pt x="558891" y="44386"/>
                  </a:lnTo>
                  <a:lnTo>
                    <a:pt x="557606" y="44386"/>
                  </a:lnTo>
                  <a:lnTo>
                    <a:pt x="557606" y="45034"/>
                  </a:lnTo>
                  <a:lnTo>
                    <a:pt x="555205" y="45034"/>
                  </a:lnTo>
                  <a:lnTo>
                    <a:pt x="548151" y="49149"/>
                  </a:lnTo>
                  <a:close/>
                </a:path>
                <a:path w="567054" h="98425">
                  <a:moveTo>
                    <a:pt x="539987" y="53911"/>
                  </a:moveTo>
                  <a:lnTo>
                    <a:pt x="0" y="53911"/>
                  </a:lnTo>
                  <a:lnTo>
                    <a:pt x="0" y="44386"/>
                  </a:lnTo>
                  <a:lnTo>
                    <a:pt x="539987" y="44386"/>
                  </a:lnTo>
                  <a:lnTo>
                    <a:pt x="548151" y="49149"/>
                  </a:lnTo>
                  <a:lnTo>
                    <a:pt x="539987" y="53911"/>
                  </a:lnTo>
                  <a:close/>
                </a:path>
                <a:path w="567054" h="98425">
                  <a:moveTo>
                    <a:pt x="558891" y="53911"/>
                  </a:moveTo>
                  <a:lnTo>
                    <a:pt x="557606" y="53911"/>
                  </a:lnTo>
                  <a:lnTo>
                    <a:pt x="557606" y="44386"/>
                  </a:lnTo>
                  <a:lnTo>
                    <a:pt x="558891" y="44386"/>
                  </a:lnTo>
                  <a:lnTo>
                    <a:pt x="567054" y="49149"/>
                  </a:lnTo>
                  <a:lnTo>
                    <a:pt x="558891" y="53911"/>
                  </a:lnTo>
                  <a:close/>
                </a:path>
                <a:path w="567054" h="98425">
                  <a:moveTo>
                    <a:pt x="555205" y="53263"/>
                  </a:moveTo>
                  <a:lnTo>
                    <a:pt x="548151" y="49149"/>
                  </a:lnTo>
                  <a:lnTo>
                    <a:pt x="555205" y="45034"/>
                  </a:lnTo>
                  <a:lnTo>
                    <a:pt x="555205" y="53263"/>
                  </a:lnTo>
                  <a:close/>
                </a:path>
                <a:path w="567054" h="98425">
                  <a:moveTo>
                    <a:pt x="557606" y="53263"/>
                  </a:moveTo>
                  <a:lnTo>
                    <a:pt x="555205" y="53263"/>
                  </a:lnTo>
                  <a:lnTo>
                    <a:pt x="555205" y="45034"/>
                  </a:lnTo>
                  <a:lnTo>
                    <a:pt x="557606" y="45034"/>
                  </a:lnTo>
                  <a:lnTo>
                    <a:pt x="557606" y="53263"/>
                  </a:lnTo>
                  <a:close/>
                </a:path>
                <a:path w="567054" h="98425">
                  <a:moveTo>
                    <a:pt x="480593" y="98298"/>
                  </a:moveTo>
                  <a:lnTo>
                    <a:pt x="479043" y="97739"/>
                  </a:lnTo>
                  <a:lnTo>
                    <a:pt x="477774" y="96672"/>
                  </a:lnTo>
                  <a:lnTo>
                    <a:pt x="476935" y="95250"/>
                  </a:lnTo>
                  <a:lnTo>
                    <a:pt x="476643" y="93624"/>
                  </a:lnTo>
                  <a:lnTo>
                    <a:pt x="476923" y="91986"/>
                  </a:lnTo>
                  <a:lnTo>
                    <a:pt x="477735" y="90550"/>
                  </a:lnTo>
                  <a:lnTo>
                    <a:pt x="479005" y="89484"/>
                  </a:lnTo>
                  <a:lnTo>
                    <a:pt x="548151" y="49149"/>
                  </a:lnTo>
                  <a:lnTo>
                    <a:pt x="555205" y="53263"/>
                  </a:lnTo>
                  <a:lnTo>
                    <a:pt x="557606" y="53263"/>
                  </a:lnTo>
                  <a:lnTo>
                    <a:pt x="557606" y="53911"/>
                  </a:lnTo>
                  <a:lnTo>
                    <a:pt x="558891" y="53911"/>
                  </a:lnTo>
                  <a:lnTo>
                    <a:pt x="483806" y="97713"/>
                  </a:lnTo>
                  <a:lnTo>
                    <a:pt x="482244" y="98285"/>
                  </a:lnTo>
                  <a:lnTo>
                    <a:pt x="480593" y="98298"/>
                  </a:lnTo>
                  <a:close/>
                </a:path>
              </a:pathLst>
            </a:custGeom>
            <a:solidFill>
              <a:srgbClr val="54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231872" y="2535555"/>
              <a:ext cx="98425" cy="1764030"/>
            </a:xfrm>
            <a:custGeom>
              <a:avLst/>
              <a:gdLst/>
              <a:ahLst/>
              <a:cxnLst/>
              <a:rect l="l" t="t" r="r" b="b"/>
              <a:pathLst>
                <a:path w="98425" h="1764029">
                  <a:moveTo>
                    <a:pt x="49158" y="1745127"/>
                  </a:moveTo>
                  <a:lnTo>
                    <a:pt x="44392" y="1736967"/>
                  </a:lnTo>
                  <a:lnTo>
                    <a:pt x="43764" y="0"/>
                  </a:lnTo>
                  <a:lnTo>
                    <a:pt x="53289" y="0"/>
                  </a:lnTo>
                  <a:lnTo>
                    <a:pt x="53914" y="1736967"/>
                  </a:lnTo>
                  <a:lnTo>
                    <a:pt x="49158" y="1745127"/>
                  </a:lnTo>
                  <a:close/>
                </a:path>
                <a:path w="98425" h="1764029">
                  <a:moveTo>
                    <a:pt x="54669" y="1754581"/>
                  </a:moveTo>
                  <a:lnTo>
                    <a:pt x="53924" y="1754581"/>
                  </a:lnTo>
                  <a:lnTo>
                    <a:pt x="53917" y="1736962"/>
                  </a:lnTo>
                  <a:lnTo>
                    <a:pt x="89471" y="1675968"/>
                  </a:lnTo>
                  <a:lnTo>
                    <a:pt x="90538" y="1674698"/>
                  </a:lnTo>
                  <a:lnTo>
                    <a:pt x="91973" y="1673885"/>
                  </a:lnTo>
                  <a:lnTo>
                    <a:pt x="93599" y="1673606"/>
                  </a:lnTo>
                  <a:lnTo>
                    <a:pt x="95153" y="1673885"/>
                  </a:lnTo>
                  <a:lnTo>
                    <a:pt x="98272" y="1677555"/>
                  </a:lnTo>
                  <a:lnTo>
                    <a:pt x="98258" y="1679244"/>
                  </a:lnTo>
                  <a:lnTo>
                    <a:pt x="97678" y="1680794"/>
                  </a:lnTo>
                  <a:lnTo>
                    <a:pt x="54669" y="1754581"/>
                  </a:lnTo>
                  <a:close/>
                </a:path>
                <a:path w="98425" h="1764029">
                  <a:moveTo>
                    <a:pt x="49161" y="1764030"/>
                  </a:moveTo>
                  <a:lnTo>
                    <a:pt x="557" y="1680756"/>
                  </a:lnTo>
                  <a:lnTo>
                    <a:pt x="0" y="1679244"/>
                  </a:lnTo>
                  <a:lnTo>
                    <a:pt x="0" y="1677555"/>
                  </a:lnTo>
                  <a:lnTo>
                    <a:pt x="546" y="1676031"/>
                  </a:lnTo>
                  <a:lnTo>
                    <a:pt x="1600" y="1674761"/>
                  </a:lnTo>
                  <a:lnTo>
                    <a:pt x="3035" y="1673923"/>
                  </a:lnTo>
                  <a:lnTo>
                    <a:pt x="4660" y="1673631"/>
                  </a:lnTo>
                  <a:lnTo>
                    <a:pt x="6308" y="1673923"/>
                  </a:lnTo>
                  <a:lnTo>
                    <a:pt x="7743" y="1674761"/>
                  </a:lnTo>
                  <a:lnTo>
                    <a:pt x="8810" y="1676031"/>
                  </a:lnTo>
                  <a:lnTo>
                    <a:pt x="44389" y="1736962"/>
                  </a:lnTo>
                  <a:lnTo>
                    <a:pt x="44399" y="1754581"/>
                  </a:lnTo>
                  <a:lnTo>
                    <a:pt x="54669" y="1754581"/>
                  </a:lnTo>
                  <a:lnTo>
                    <a:pt x="49161" y="1764030"/>
                  </a:lnTo>
                  <a:close/>
                </a:path>
                <a:path w="98425" h="1764029">
                  <a:moveTo>
                    <a:pt x="53923" y="1752180"/>
                  </a:moveTo>
                  <a:lnTo>
                    <a:pt x="53276" y="1752180"/>
                  </a:lnTo>
                  <a:lnTo>
                    <a:pt x="49158" y="1745127"/>
                  </a:lnTo>
                  <a:lnTo>
                    <a:pt x="53917" y="1736962"/>
                  </a:lnTo>
                  <a:lnTo>
                    <a:pt x="53923" y="1752180"/>
                  </a:lnTo>
                  <a:close/>
                </a:path>
                <a:path w="98425" h="1764029">
                  <a:moveTo>
                    <a:pt x="53924" y="1754581"/>
                  </a:moveTo>
                  <a:lnTo>
                    <a:pt x="44399" y="1754581"/>
                  </a:lnTo>
                  <a:lnTo>
                    <a:pt x="44392" y="1736967"/>
                  </a:lnTo>
                  <a:lnTo>
                    <a:pt x="49158" y="1745127"/>
                  </a:lnTo>
                  <a:lnTo>
                    <a:pt x="45046" y="1752180"/>
                  </a:lnTo>
                  <a:lnTo>
                    <a:pt x="53923" y="1752180"/>
                  </a:lnTo>
                  <a:lnTo>
                    <a:pt x="53924" y="1754581"/>
                  </a:lnTo>
                  <a:close/>
                </a:path>
                <a:path w="98425" h="1764029">
                  <a:moveTo>
                    <a:pt x="53276" y="1752180"/>
                  </a:moveTo>
                  <a:lnTo>
                    <a:pt x="45046" y="1752180"/>
                  </a:lnTo>
                  <a:lnTo>
                    <a:pt x="49158" y="1745127"/>
                  </a:lnTo>
                  <a:lnTo>
                    <a:pt x="53276" y="1752180"/>
                  </a:lnTo>
                  <a:close/>
                </a:path>
              </a:pathLst>
            </a:custGeom>
            <a:solidFill>
              <a:srgbClr val="2E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6135839" y="1294052"/>
            <a:ext cx="394971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>
                <a:latin typeface="Arial"/>
                <a:cs typeface="Arial"/>
              </a:rPr>
              <a:t>No</a:t>
            </a:r>
            <a:endParaRPr dirty="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212904" y="2102893"/>
            <a:ext cx="413385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200" b="1" spc="-25" dirty="0">
                <a:latin typeface="Arial"/>
                <a:cs typeface="Arial"/>
              </a:rPr>
              <a:t>YES</a:t>
            </a:r>
            <a:endParaRPr sz="120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50477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09952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69426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28913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1541" y="921918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91003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77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50477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09952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69426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28913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61"/>
                </a:lnTo>
                <a:lnTo>
                  <a:pt x="7810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31541" y="106621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61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91003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77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50477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709952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69426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48" y="35039"/>
                </a:lnTo>
                <a:lnTo>
                  <a:pt x="0" y="27203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428913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39"/>
                </a:moveTo>
                <a:lnTo>
                  <a:pt x="7810" y="35039"/>
                </a:lnTo>
                <a:lnTo>
                  <a:pt x="0" y="27203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31541" y="121052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39"/>
                </a:moveTo>
                <a:lnTo>
                  <a:pt x="7823" y="35039"/>
                </a:lnTo>
                <a:lnTo>
                  <a:pt x="0" y="27203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91003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850477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9952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569426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428913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00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131541" y="1354861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26"/>
                </a:moveTo>
                <a:lnTo>
                  <a:pt x="7823" y="35026"/>
                </a:lnTo>
                <a:lnTo>
                  <a:pt x="0" y="27177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991003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850477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709952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69426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428913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131541" y="1499171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991003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50477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709952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69426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28913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31541" y="1643494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991003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850477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709952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69426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28913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131541" y="178781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991003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850477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709952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69426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428913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131541" y="1932139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991003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850477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709952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569426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428913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131541" y="207168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991003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77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850477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709952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569426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77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428913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77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00"/>
                </a:lnTo>
                <a:lnTo>
                  <a:pt x="35001" y="27177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131541" y="221599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77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991003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850477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709952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569426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203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428913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203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131541" y="236029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203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991003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850477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709952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569426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23"/>
                </a:lnTo>
                <a:lnTo>
                  <a:pt x="7848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428913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23"/>
                </a:lnTo>
                <a:lnTo>
                  <a:pt x="7810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131541" y="2504643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991003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77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850477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709952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569426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428913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131541" y="2648940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991003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850477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709952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569426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428913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131541" y="2793263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991003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850477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709952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569426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428913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131541" y="2937586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991003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850477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709952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569426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428913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9131541" y="3081908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991003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-1447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-1447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-1447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01"/>
                </a:moveTo>
                <a:lnTo>
                  <a:pt x="7810" y="35001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42862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42862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42862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87159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16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87159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65"/>
                </a:lnTo>
                <a:lnTo>
                  <a:pt x="27216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87159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16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31507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31507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31507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75805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75805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75805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20128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20128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20128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64450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64450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64450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008773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008773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008773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2" name="object 1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88" y="4127462"/>
            <a:ext cx="739863" cy="737768"/>
          </a:xfrm>
          <a:prstGeom prst="rect">
            <a:avLst/>
          </a:prstGeom>
        </p:spPr>
      </p:pic>
      <p:sp>
        <p:nvSpPr>
          <p:cNvPr id="123" name="object 1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043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"/>
              </a:spcBef>
            </a:pPr>
            <a:r>
              <a:rPr lang="en-US" spc="90" dirty="0"/>
              <a:t>SIGNIFICANCE</a:t>
            </a:r>
            <a:endParaRPr spc="9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FA458F1-4EDB-130D-BCE0-F6D2B1203A13}"/>
              </a:ext>
            </a:extLst>
          </p:cNvPr>
          <p:cNvSpPr txBox="1"/>
          <p:nvPr/>
        </p:nvSpPr>
        <p:spPr>
          <a:xfrm>
            <a:off x="2442081" y="17807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800" b="1" spc="100" dirty="0">
                <a:solidFill>
                  <a:srgbClr val="1E626E"/>
                </a:solidFill>
                <a:latin typeface="Century Gothic"/>
                <a:cs typeface="Century Gothic"/>
              </a:rPr>
              <a:t>Prostheses</a:t>
            </a:r>
            <a:r>
              <a:rPr lang="en-US" sz="1800" b="1" spc="25" dirty="0">
                <a:solidFill>
                  <a:srgbClr val="1E626E"/>
                </a:solidFill>
                <a:latin typeface="Century Gothic"/>
                <a:cs typeface="Century Gothic"/>
              </a:rPr>
              <a:t> </a:t>
            </a:r>
            <a:r>
              <a:rPr lang="en-US" sz="1800" b="1" spc="75" dirty="0">
                <a:solidFill>
                  <a:srgbClr val="1E626E"/>
                </a:solidFill>
                <a:latin typeface="Century Gothic"/>
                <a:cs typeface="Century Gothic"/>
              </a:rPr>
              <a:t>Design</a:t>
            </a:r>
            <a:endParaRPr lang="en-US" sz="1800" dirty="0">
              <a:latin typeface="Century Gothic"/>
              <a:cs typeface="Century Gothic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F5660CC-570F-CF6D-08BB-93B94AA4F812}"/>
              </a:ext>
            </a:extLst>
          </p:cNvPr>
          <p:cNvSpPr txBox="1"/>
          <p:nvPr/>
        </p:nvSpPr>
        <p:spPr>
          <a:xfrm>
            <a:off x="3997426" y="27125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90" dirty="0">
                <a:solidFill>
                  <a:srgbClr val="1E626E"/>
                </a:solidFill>
                <a:latin typeface="Century Gothic"/>
                <a:cs typeface="Century Gothic"/>
              </a:rPr>
              <a:t>Efficient</a:t>
            </a:r>
            <a:r>
              <a:rPr lang="en-US" sz="1800" b="1" spc="25" dirty="0">
                <a:solidFill>
                  <a:srgbClr val="1E626E"/>
                </a:solidFill>
                <a:latin typeface="Century Gothic"/>
                <a:cs typeface="Century Gothic"/>
              </a:rPr>
              <a:t> </a:t>
            </a:r>
            <a:r>
              <a:rPr lang="en-US" sz="1800" b="1" spc="65" dirty="0">
                <a:solidFill>
                  <a:srgbClr val="1E626E"/>
                </a:solidFill>
                <a:latin typeface="Century Gothic"/>
                <a:cs typeface="Century Gothic"/>
              </a:rPr>
              <a:t>Mobility</a:t>
            </a:r>
            <a:r>
              <a:rPr lang="en-US" sz="1800" b="1" spc="20" dirty="0">
                <a:solidFill>
                  <a:srgbClr val="1E626E"/>
                </a:solidFill>
                <a:latin typeface="Century Gothic"/>
                <a:cs typeface="Century Gothic"/>
              </a:rPr>
              <a:t> </a:t>
            </a:r>
            <a:r>
              <a:rPr lang="en-US" sz="1800" b="1" spc="100" dirty="0">
                <a:solidFill>
                  <a:srgbClr val="1E626E"/>
                </a:solidFill>
                <a:latin typeface="Century Gothic"/>
                <a:cs typeface="Century Gothic"/>
              </a:rPr>
              <a:t>for</a:t>
            </a:r>
            <a:r>
              <a:rPr lang="en-US" sz="1800" b="1" spc="30" dirty="0">
                <a:solidFill>
                  <a:srgbClr val="1E626E"/>
                </a:solidFill>
                <a:latin typeface="Century Gothic"/>
                <a:cs typeface="Century Gothic"/>
              </a:rPr>
              <a:t> </a:t>
            </a:r>
            <a:r>
              <a:rPr lang="en-US" sz="1800" b="1" spc="70" dirty="0">
                <a:solidFill>
                  <a:srgbClr val="1E626E"/>
                </a:solidFill>
                <a:latin typeface="Century Gothic"/>
                <a:cs typeface="Century Gothic"/>
              </a:rPr>
              <a:t>Athletes </a:t>
            </a:r>
            <a:endParaRPr 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3133E35-C3E0-B60C-C98A-412B3BD7FC69}"/>
              </a:ext>
            </a:extLst>
          </p:cNvPr>
          <p:cNvSpPr txBox="1"/>
          <p:nvPr/>
        </p:nvSpPr>
        <p:spPr>
          <a:xfrm>
            <a:off x="2512338" y="38267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60" dirty="0">
                <a:solidFill>
                  <a:srgbClr val="1E626E"/>
                </a:solidFill>
                <a:latin typeface="Century Gothic"/>
                <a:cs typeface="Century Gothic"/>
              </a:rPr>
              <a:t>Robotic</a:t>
            </a:r>
            <a:r>
              <a:rPr lang="en-US" sz="1800" b="1" spc="25" dirty="0">
                <a:solidFill>
                  <a:srgbClr val="1E626E"/>
                </a:solidFill>
                <a:latin typeface="Century Gothic"/>
                <a:cs typeface="Century Gothic"/>
              </a:rPr>
              <a:t> </a:t>
            </a:r>
            <a:r>
              <a:rPr lang="en-US" sz="1800" b="1" spc="70" dirty="0">
                <a:solidFill>
                  <a:srgbClr val="1E626E"/>
                </a:solidFill>
                <a:latin typeface="Century Gothic"/>
                <a:cs typeface="Century Gothic"/>
              </a:rPr>
              <a:t>Legs</a:t>
            </a:r>
            <a:endParaRPr lang="en-US" dirty="0"/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2783C8AF-8312-E2C5-692D-4A4621A10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50477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09952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69426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28913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1541" y="921918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91003" y="92191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77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50477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09952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90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69426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61"/>
                </a:lnTo>
                <a:lnTo>
                  <a:pt x="7848" y="0"/>
                </a:lnTo>
                <a:lnTo>
                  <a:pt x="27190" y="0"/>
                </a:lnTo>
                <a:lnTo>
                  <a:pt x="35013" y="7861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28913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61"/>
                </a:lnTo>
                <a:lnTo>
                  <a:pt x="7810" y="0"/>
                </a:lnTo>
                <a:lnTo>
                  <a:pt x="27165" y="0"/>
                </a:lnTo>
                <a:lnTo>
                  <a:pt x="35001" y="7861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31541" y="106621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61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91003" y="10662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61"/>
                </a:lnTo>
                <a:lnTo>
                  <a:pt x="7835" y="0"/>
                </a:lnTo>
                <a:lnTo>
                  <a:pt x="27177" y="0"/>
                </a:lnTo>
                <a:lnTo>
                  <a:pt x="35026" y="7861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50477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709952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69426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39"/>
                </a:moveTo>
                <a:lnTo>
                  <a:pt x="7848" y="35039"/>
                </a:lnTo>
                <a:lnTo>
                  <a:pt x="0" y="27203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428913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39"/>
                </a:moveTo>
                <a:lnTo>
                  <a:pt x="7810" y="35039"/>
                </a:lnTo>
                <a:lnTo>
                  <a:pt x="0" y="27203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31541" y="121052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39"/>
                </a:moveTo>
                <a:lnTo>
                  <a:pt x="7823" y="35039"/>
                </a:lnTo>
                <a:lnTo>
                  <a:pt x="0" y="27203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91003" y="121052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850477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9952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569426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428913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00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131541" y="1354861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26"/>
                </a:moveTo>
                <a:lnTo>
                  <a:pt x="7823" y="35026"/>
                </a:lnTo>
                <a:lnTo>
                  <a:pt x="0" y="27177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991003" y="13548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00"/>
                </a:lnTo>
                <a:lnTo>
                  <a:pt x="35026" y="27177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850477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709952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69426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428913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131541" y="1499171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59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991003" y="149917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50477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709952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69426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28913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31541" y="1643494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991003" y="164349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850477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709952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69426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28913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131541" y="178781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991003" y="178781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850477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709952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69426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428913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131541" y="1932139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991003" y="19321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850477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709952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569426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27190" y="0"/>
                </a:lnTo>
                <a:lnTo>
                  <a:pt x="35013" y="7810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428913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131541" y="207168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991003" y="207168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27177" y="0"/>
                </a:lnTo>
                <a:lnTo>
                  <a:pt x="35026" y="7810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850477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709952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569426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77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00"/>
                </a:lnTo>
                <a:lnTo>
                  <a:pt x="35013" y="27177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428913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77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00"/>
                </a:lnTo>
                <a:lnTo>
                  <a:pt x="35001" y="27177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131541" y="2215997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77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991003" y="221599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77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00"/>
                </a:lnTo>
                <a:lnTo>
                  <a:pt x="35026" y="27177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850477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709952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569426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203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428913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203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131541" y="2360295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203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991003" y="23602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203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850477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709952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569426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48" y="35013"/>
                </a:lnTo>
                <a:lnTo>
                  <a:pt x="0" y="27165"/>
                </a:lnTo>
                <a:lnTo>
                  <a:pt x="0" y="7823"/>
                </a:lnTo>
                <a:lnTo>
                  <a:pt x="7848" y="0"/>
                </a:lnTo>
                <a:lnTo>
                  <a:pt x="27190" y="0"/>
                </a:lnTo>
                <a:lnTo>
                  <a:pt x="35013" y="7823"/>
                </a:lnTo>
                <a:lnTo>
                  <a:pt x="35013" y="17487"/>
                </a:lnTo>
                <a:lnTo>
                  <a:pt x="35013" y="27165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428913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65"/>
                </a:lnTo>
                <a:lnTo>
                  <a:pt x="0" y="7823"/>
                </a:lnTo>
                <a:lnTo>
                  <a:pt x="7810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17487"/>
                </a:lnTo>
                <a:lnTo>
                  <a:pt x="35001" y="27165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131541" y="2504643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13"/>
                </a:moveTo>
                <a:lnTo>
                  <a:pt x="7823" y="35013"/>
                </a:lnTo>
                <a:lnTo>
                  <a:pt x="0" y="27165"/>
                </a:lnTo>
                <a:lnTo>
                  <a:pt x="0" y="7823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991003" y="250464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65"/>
                </a:lnTo>
                <a:lnTo>
                  <a:pt x="0" y="7823"/>
                </a:lnTo>
                <a:lnTo>
                  <a:pt x="7835" y="0"/>
                </a:lnTo>
                <a:lnTo>
                  <a:pt x="27177" y="0"/>
                </a:lnTo>
                <a:lnTo>
                  <a:pt x="35026" y="7823"/>
                </a:lnTo>
                <a:lnTo>
                  <a:pt x="35026" y="17487"/>
                </a:lnTo>
                <a:lnTo>
                  <a:pt x="35026" y="27165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850477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709952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569426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48"/>
                </a:lnTo>
                <a:lnTo>
                  <a:pt x="7848" y="0"/>
                </a:lnTo>
                <a:lnTo>
                  <a:pt x="27190" y="0"/>
                </a:lnTo>
                <a:lnTo>
                  <a:pt x="35013" y="7848"/>
                </a:lnTo>
                <a:lnTo>
                  <a:pt x="35013" y="17525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428913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48"/>
                </a:lnTo>
                <a:lnTo>
                  <a:pt x="781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17525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131541" y="2648940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48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991003" y="264894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48"/>
                </a:lnTo>
                <a:lnTo>
                  <a:pt x="7835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17525"/>
                </a:lnTo>
                <a:lnTo>
                  <a:pt x="35026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850477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709952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569426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39"/>
                </a:moveTo>
                <a:lnTo>
                  <a:pt x="7848" y="35039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90"/>
                </a:lnTo>
                <a:lnTo>
                  <a:pt x="27190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428913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39"/>
                </a:moveTo>
                <a:lnTo>
                  <a:pt x="7810" y="35039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90"/>
                </a:lnTo>
                <a:lnTo>
                  <a:pt x="27165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131541" y="2793263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39"/>
                </a:moveTo>
                <a:lnTo>
                  <a:pt x="7823" y="35039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991003" y="279326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39"/>
                </a:moveTo>
                <a:lnTo>
                  <a:pt x="7835" y="35039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90"/>
                </a:lnTo>
                <a:lnTo>
                  <a:pt x="27177" y="35039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850477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709952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569426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428913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131541" y="2937586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991003" y="2937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850477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709952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569426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17513"/>
                </a:lnTo>
                <a:lnTo>
                  <a:pt x="35013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428913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17513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9131541" y="3081908"/>
            <a:ext cx="12700" cy="35560"/>
          </a:xfrm>
          <a:custGeom>
            <a:avLst/>
            <a:gdLst/>
            <a:ahLst/>
            <a:cxnLst/>
            <a:rect l="l" t="t" r="r" b="b"/>
            <a:pathLst>
              <a:path w="12700" h="35560">
                <a:moveTo>
                  <a:pt x="1245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2458" y="0"/>
                </a:lnTo>
                <a:lnTo>
                  <a:pt x="1245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991003" y="308190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17513"/>
                </a:lnTo>
                <a:lnTo>
                  <a:pt x="35026" y="27165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-1447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-1447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26"/>
                </a:moveTo>
                <a:lnTo>
                  <a:pt x="7810" y="35026"/>
                </a:lnTo>
                <a:lnTo>
                  <a:pt x="0" y="27165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65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-1447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77" y="35001"/>
                </a:moveTo>
                <a:lnTo>
                  <a:pt x="7810" y="35001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500" y="0"/>
                </a:lnTo>
                <a:lnTo>
                  <a:pt x="27177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42862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42862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42862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87159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16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87159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65"/>
                </a:lnTo>
                <a:lnTo>
                  <a:pt x="27216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87159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16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16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31507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31507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65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31507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487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75805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75805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65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75805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48" y="35001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38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20128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20128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65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20128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64450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64450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64450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008773" y="5801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008773" y="19853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65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65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008773" y="33906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2" name="object 1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88" y="4127462"/>
            <a:ext cx="739863" cy="737768"/>
          </a:xfrm>
          <a:prstGeom prst="rect">
            <a:avLst/>
          </a:prstGeom>
        </p:spPr>
      </p:pic>
      <p:sp>
        <p:nvSpPr>
          <p:cNvPr id="123" name="object 1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043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"/>
              </a:spcBef>
            </a:pPr>
            <a:r>
              <a:rPr lang="en-US" spc="95" dirty="0"/>
              <a:t>CONCLUSION</a:t>
            </a:r>
            <a:endParaRPr spc="95" dirty="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9B4A8C23-8FD1-D1C3-F5D4-DF64ED0BD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27" y="1319891"/>
            <a:ext cx="5409406" cy="25037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637193" y="176825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37193" y="19087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37193" y="204931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37193" y="21898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77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37193" y="1206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4988"/>
                </a:moveTo>
                <a:lnTo>
                  <a:pt x="7810" y="34988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37193" y="13466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37193" y="14871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37193" y="162773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81491" y="176825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81491" y="19087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81491" y="204931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77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81491" y="21898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61" y="35001"/>
                </a:lnTo>
                <a:lnTo>
                  <a:pt x="0" y="27177"/>
                </a:lnTo>
                <a:lnTo>
                  <a:pt x="0" y="7823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781491" y="1206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4988"/>
                </a:moveTo>
                <a:lnTo>
                  <a:pt x="7861" y="34988"/>
                </a:lnTo>
                <a:lnTo>
                  <a:pt x="0" y="27165"/>
                </a:lnTo>
                <a:lnTo>
                  <a:pt x="0" y="7810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90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81491" y="13466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81491" y="14871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81491" y="162773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25800" y="176825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925800" y="19087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25800" y="204931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77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925800" y="21898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01"/>
                </a:moveTo>
                <a:lnTo>
                  <a:pt x="7848" y="35001"/>
                </a:lnTo>
                <a:lnTo>
                  <a:pt x="0" y="27177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23"/>
                </a:lnTo>
                <a:lnTo>
                  <a:pt x="35039" y="27177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925800" y="1206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4988"/>
                </a:moveTo>
                <a:lnTo>
                  <a:pt x="7848" y="34988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925800" y="13466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925800" y="14871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25800" y="162773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070137" y="176825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70137" y="19087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070137" y="204931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77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070137" y="21898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23"/>
                </a:lnTo>
                <a:lnTo>
                  <a:pt x="35026" y="27177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070137" y="1206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4988"/>
                </a:moveTo>
                <a:lnTo>
                  <a:pt x="7835" y="34988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77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070137" y="13466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070137" y="14871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70137" y="162773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4310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4310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4310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8620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88620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88620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32955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32955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2955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77265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77265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77265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1588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1588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1588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65911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5911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65911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10234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10234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10234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149781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49781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49781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94079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61" y="35001"/>
                </a:lnTo>
                <a:lnTo>
                  <a:pt x="0" y="27165"/>
                </a:lnTo>
                <a:lnTo>
                  <a:pt x="0" y="7810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94079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294079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38389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38389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438389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582724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00" y="0"/>
                </a:lnTo>
                <a:lnTo>
                  <a:pt x="27178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582724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00" y="0"/>
                </a:lnTo>
                <a:lnTo>
                  <a:pt x="27178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582724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727034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727034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727034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871357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871357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871357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015680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015680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015680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60003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160003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160003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3" name="object 8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104" y="2914421"/>
            <a:ext cx="1312570" cy="1227137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2876777" y="2724733"/>
            <a:ext cx="1151941" cy="1045921"/>
            <a:chOff x="2644419" y="2571775"/>
            <a:chExt cx="1384300" cy="1198880"/>
          </a:xfrm>
        </p:grpSpPr>
        <p:sp>
          <p:nvSpPr>
            <p:cNvPr id="85" name="object 85"/>
            <p:cNvSpPr/>
            <p:nvPr/>
          </p:nvSpPr>
          <p:spPr>
            <a:xfrm>
              <a:off x="2644419" y="2571775"/>
              <a:ext cx="1384300" cy="1198880"/>
            </a:xfrm>
            <a:custGeom>
              <a:avLst/>
              <a:gdLst/>
              <a:ahLst/>
              <a:cxnLst/>
              <a:rect l="l" t="t" r="r" b="b"/>
              <a:pathLst>
                <a:path w="1384300" h="1198879">
                  <a:moveTo>
                    <a:pt x="1038174" y="1198765"/>
                  </a:moveTo>
                  <a:lnTo>
                    <a:pt x="346062" y="1198765"/>
                  </a:lnTo>
                  <a:lnTo>
                    <a:pt x="0" y="599389"/>
                  </a:lnTo>
                  <a:lnTo>
                    <a:pt x="346062" y="0"/>
                  </a:lnTo>
                  <a:lnTo>
                    <a:pt x="1038174" y="0"/>
                  </a:lnTo>
                  <a:lnTo>
                    <a:pt x="1155841" y="203809"/>
                  </a:lnTo>
                  <a:lnTo>
                    <a:pt x="463727" y="203809"/>
                  </a:lnTo>
                  <a:lnTo>
                    <a:pt x="235331" y="599389"/>
                  </a:lnTo>
                  <a:lnTo>
                    <a:pt x="463727" y="994956"/>
                  </a:lnTo>
                  <a:lnTo>
                    <a:pt x="1155843" y="994956"/>
                  </a:lnTo>
                  <a:lnTo>
                    <a:pt x="1038174" y="1198765"/>
                  </a:lnTo>
                  <a:close/>
                </a:path>
                <a:path w="1384300" h="1198879">
                  <a:moveTo>
                    <a:pt x="1155843" y="994956"/>
                  </a:moveTo>
                  <a:lnTo>
                    <a:pt x="920508" y="994956"/>
                  </a:lnTo>
                  <a:lnTo>
                    <a:pt x="1148905" y="599389"/>
                  </a:lnTo>
                  <a:lnTo>
                    <a:pt x="920508" y="203809"/>
                  </a:lnTo>
                  <a:lnTo>
                    <a:pt x="1155841" y="203809"/>
                  </a:lnTo>
                  <a:lnTo>
                    <a:pt x="1384223" y="599389"/>
                  </a:lnTo>
                  <a:lnTo>
                    <a:pt x="1155843" y="994956"/>
                  </a:lnTo>
                  <a:close/>
                </a:path>
              </a:pathLst>
            </a:custGeom>
            <a:solidFill>
              <a:srgbClr val="54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073514" y="3072917"/>
              <a:ext cx="436245" cy="377825"/>
            </a:xfrm>
            <a:custGeom>
              <a:avLst/>
              <a:gdLst/>
              <a:ahLst/>
              <a:cxnLst/>
              <a:rect l="l" t="t" r="r" b="b"/>
              <a:pathLst>
                <a:path w="436245" h="377825">
                  <a:moveTo>
                    <a:pt x="326745" y="377278"/>
                  </a:moveTo>
                  <a:lnTo>
                    <a:pt x="108889" y="377278"/>
                  </a:lnTo>
                  <a:lnTo>
                    <a:pt x="0" y="188633"/>
                  </a:lnTo>
                  <a:lnTo>
                    <a:pt x="108889" y="0"/>
                  </a:lnTo>
                  <a:lnTo>
                    <a:pt x="326745" y="0"/>
                  </a:lnTo>
                  <a:lnTo>
                    <a:pt x="435648" y="188633"/>
                  </a:lnTo>
                  <a:lnTo>
                    <a:pt x="326745" y="377278"/>
                  </a:lnTo>
                  <a:close/>
                </a:path>
              </a:pathLst>
            </a:custGeom>
            <a:solidFill>
              <a:srgbClr val="2884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7" name="object 8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4394" y="4034396"/>
            <a:ext cx="214325" cy="214325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3932" y="4144327"/>
            <a:ext cx="83235" cy="8322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2754" y="4144327"/>
            <a:ext cx="83273" cy="8322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81614" y="4144327"/>
            <a:ext cx="83235" cy="83223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50436" y="4144327"/>
            <a:ext cx="83273" cy="83223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59502" y="3922344"/>
            <a:ext cx="83235" cy="8322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28324" y="3922344"/>
            <a:ext cx="83286" cy="83223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97197" y="3922344"/>
            <a:ext cx="83248" cy="83223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66032" y="3922344"/>
            <a:ext cx="83235" cy="83223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28324" y="4349673"/>
            <a:ext cx="83286" cy="83223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59502" y="4349673"/>
            <a:ext cx="83235" cy="83223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97197" y="4349673"/>
            <a:ext cx="83248" cy="8322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66032" y="4349673"/>
            <a:ext cx="83235" cy="83223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963690" y="2964758"/>
            <a:ext cx="1336566" cy="1497214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65605" y="3111259"/>
            <a:ext cx="1705372" cy="1798802"/>
          </a:xfrm>
          <a:prstGeom prst="rect">
            <a:avLst/>
          </a:prstGeom>
        </p:spPr>
      </p:pic>
      <p:sp>
        <p:nvSpPr>
          <p:cNvPr id="102" name="object 102"/>
          <p:cNvSpPr txBox="1">
            <a:spLocks noGrp="1"/>
          </p:cNvSpPr>
          <p:nvPr>
            <p:ph type="title"/>
          </p:nvPr>
        </p:nvSpPr>
        <p:spPr>
          <a:xfrm>
            <a:off x="1898765" y="375773"/>
            <a:ext cx="5064925" cy="1326645"/>
          </a:xfrm>
          <a:prstGeom prst="rect">
            <a:avLst/>
          </a:prstGeom>
        </p:spPr>
        <p:txBody>
          <a:bodyPr vert="horz" wrap="square" lIns="0" tIns="4908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65"/>
              </a:spcBef>
            </a:pPr>
            <a:r>
              <a:rPr sz="5400" spc="434" dirty="0">
                <a:solidFill>
                  <a:srgbClr val="FF0000"/>
                </a:solidFill>
              </a:rPr>
              <a:t>Thank</a:t>
            </a:r>
            <a:r>
              <a:rPr sz="5400" spc="20" dirty="0">
                <a:solidFill>
                  <a:srgbClr val="FF0000"/>
                </a:solidFill>
              </a:rPr>
              <a:t> </a:t>
            </a:r>
            <a:r>
              <a:rPr sz="5400" spc="245" dirty="0">
                <a:solidFill>
                  <a:srgbClr val="FF0000"/>
                </a:solidFill>
              </a:rPr>
              <a:t>You</a:t>
            </a:r>
            <a:endParaRPr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8637193" y="176825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37193" y="19087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37193" y="204931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77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77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37193" y="21898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77"/>
                </a:lnTo>
                <a:lnTo>
                  <a:pt x="0" y="7823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23"/>
                </a:lnTo>
                <a:lnTo>
                  <a:pt x="35001" y="27177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37193" y="1206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4988"/>
                </a:moveTo>
                <a:lnTo>
                  <a:pt x="7810" y="34988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37193" y="13466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37193" y="14871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37193" y="162773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81491" y="176825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81491" y="19087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81491" y="204931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77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77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81491" y="21898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61" y="35001"/>
                </a:lnTo>
                <a:lnTo>
                  <a:pt x="0" y="27177"/>
                </a:lnTo>
                <a:lnTo>
                  <a:pt x="0" y="7823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23"/>
                </a:lnTo>
                <a:lnTo>
                  <a:pt x="35026" y="27177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781491" y="1206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4988"/>
                </a:moveTo>
                <a:lnTo>
                  <a:pt x="7861" y="34988"/>
                </a:lnTo>
                <a:lnTo>
                  <a:pt x="0" y="27165"/>
                </a:lnTo>
                <a:lnTo>
                  <a:pt x="0" y="7810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90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81491" y="13466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81491" y="14871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81491" y="162773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25800" y="176825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925800" y="19087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25800" y="204931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77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77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925800" y="21898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01"/>
                </a:moveTo>
                <a:lnTo>
                  <a:pt x="7848" y="35001"/>
                </a:lnTo>
                <a:lnTo>
                  <a:pt x="0" y="27177"/>
                </a:lnTo>
                <a:lnTo>
                  <a:pt x="0" y="7823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23"/>
                </a:lnTo>
                <a:lnTo>
                  <a:pt x="35039" y="27177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925800" y="1206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4988"/>
                </a:moveTo>
                <a:lnTo>
                  <a:pt x="7848" y="34988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925800" y="13466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925800" y="14871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25800" y="162773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070137" y="176825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70137" y="190878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070137" y="204931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26"/>
                </a:moveTo>
                <a:lnTo>
                  <a:pt x="7835" y="35026"/>
                </a:lnTo>
                <a:lnTo>
                  <a:pt x="0" y="27177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77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070137" y="21898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01"/>
                </a:moveTo>
                <a:lnTo>
                  <a:pt x="7835" y="35001"/>
                </a:lnTo>
                <a:lnTo>
                  <a:pt x="0" y="27177"/>
                </a:lnTo>
                <a:lnTo>
                  <a:pt x="0" y="7823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23"/>
                </a:lnTo>
                <a:lnTo>
                  <a:pt x="35026" y="27177"/>
                </a:lnTo>
                <a:lnTo>
                  <a:pt x="27177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070137" y="12061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4988"/>
                </a:moveTo>
                <a:lnTo>
                  <a:pt x="7835" y="34988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77" y="34988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070137" y="1346669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070137" y="148719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7177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7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70137" y="162773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7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00" y="0"/>
                </a:lnTo>
                <a:lnTo>
                  <a:pt x="27177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7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4310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4310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4310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8620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88620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88620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32955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32955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2955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487" y="0"/>
                </a:lnTo>
                <a:lnTo>
                  <a:pt x="27165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77265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77265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77265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6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1588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1588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1588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78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65911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5911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65911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10234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10234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10234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00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149781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01"/>
                </a:moveTo>
                <a:lnTo>
                  <a:pt x="7810" y="35001"/>
                </a:lnTo>
                <a:lnTo>
                  <a:pt x="0" y="27165"/>
                </a:lnTo>
                <a:lnTo>
                  <a:pt x="0" y="7810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49781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13"/>
                </a:moveTo>
                <a:lnTo>
                  <a:pt x="7810" y="35013"/>
                </a:lnTo>
                <a:lnTo>
                  <a:pt x="0" y="27190"/>
                </a:lnTo>
                <a:lnTo>
                  <a:pt x="0" y="7848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49781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65" y="35026"/>
                </a:moveTo>
                <a:lnTo>
                  <a:pt x="7810" y="35026"/>
                </a:lnTo>
                <a:lnTo>
                  <a:pt x="0" y="27190"/>
                </a:lnTo>
                <a:lnTo>
                  <a:pt x="0" y="7835"/>
                </a:lnTo>
                <a:lnTo>
                  <a:pt x="7810" y="0"/>
                </a:lnTo>
                <a:lnTo>
                  <a:pt x="17487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94079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01"/>
                </a:moveTo>
                <a:lnTo>
                  <a:pt x="7861" y="35001"/>
                </a:lnTo>
                <a:lnTo>
                  <a:pt x="0" y="27165"/>
                </a:lnTo>
                <a:lnTo>
                  <a:pt x="0" y="7810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94079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13"/>
                </a:moveTo>
                <a:lnTo>
                  <a:pt x="7861" y="35013"/>
                </a:lnTo>
                <a:lnTo>
                  <a:pt x="0" y="27190"/>
                </a:lnTo>
                <a:lnTo>
                  <a:pt x="0" y="7848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294079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90" y="35026"/>
                </a:moveTo>
                <a:lnTo>
                  <a:pt x="7861" y="35026"/>
                </a:lnTo>
                <a:lnTo>
                  <a:pt x="0" y="27190"/>
                </a:lnTo>
                <a:lnTo>
                  <a:pt x="0" y="7835"/>
                </a:lnTo>
                <a:lnTo>
                  <a:pt x="7861" y="0"/>
                </a:lnTo>
                <a:lnTo>
                  <a:pt x="17513" y="0"/>
                </a:lnTo>
                <a:lnTo>
                  <a:pt x="27190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38389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203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38389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203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438389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203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203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582724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01"/>
                </a:moveTo>
                <a:lnTo>
                  <a:pt x="7835" y="35001"/>
                </a:lnTo>
                <a:lnTo>
                  <a:pt x="0" y="27165"/>
                </a:lnTo>
                <a:lnTo>
                  <a:pt x="0" y="7810"/>
                </a:lnTo>
                <a:lnTo>
                  <a:pt x="7835" y="0"/>
                </a:lnTo>
                <a:lnTo>
                  <a:pt x="17500" y="0"/>
                </a:lnTo>
                <a:lnTo>
                  <a:pt x="27178" y="0"/>
                </a:lnTo>
                <a:lnTo>
                  <a:pt x="35026" y="7810"/>
                </a:lnTo>
                <a:lnTo>
                  <a:pt x="35026" y="27165"/>
                </a:lnTo>
                <a:lnTo>
                  <a:pt x="27178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582724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13"/>
                </a:moveTo>
                <a:lnTo>
                  <a:pt x="7835" y="35013"/>
                </a:lnTo>
                <a:lnTo>
                  <a:pt x="0" y="27190"/>
                </a:lnTo>
                <a:lnTo>
                  <a:pt x="0" y="7848"/>
                </a:lnTo>
                <a:lnTo>
                  <a:pt x="7835" y="0"/>
                </a:lnTo>
                <a:lnTo>
                  <a:pt x="17500" y="0"/>
                </a:lnTo>
                <a:lnTo>
                  <a:pt x="27178" y="0"/>
                </a:lnTo>
                <a:lnTo>
                  <a:pt x="35026" y="7848"/>
                </a:lnTo>
                <a:lnTo>
                  <a:pt x="35026" y="27190"/>
                </a:lnTo>
                <a:lnTo>
                  <a:pt x="27178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582724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7178" y="35026"/>
                </a:moveTo>
                <a:lnTo>
                  <a:pt x="7835" y="35026"/>
                </a:lnTo>
                <a:lnTo>
                  <a:pt x="0" y="27190"/>
                </a:lnTo>
                <a:lnTo>
                  <a:pt x="0" y="7835"/>
                </a:lnTo>
                <a:lnTo>
                  <a:pt x="7835" y="0"/>
                </a:lnTo>
                <a:lnTo>
                  <a:pt x="17500" y="0"/>
                </a:lnTo>
                <a:lnTo>
                  <a:pt x="27178" y="0"/>
                </a:lnTo>
                <a:lnTo>
                  <a:pt x="35026" y="7835"/>
                </a:lnTo>
                <a:lnTo>
                  <a:pt x="35026" y="27190"/>
                </a:lnTo>
                <a:lnTo>
                  <a:pt x="27178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727034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48" y="35001"/>
                </a:lnTo>
                <a:lnTo>
                  <a:pt x="0" y="27165"/>
                </a:lnTo>
                <a:lnTo>
                  <a:pt x="0" y="7810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727034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48" y="35013"/>
                </a:lnTo>
                <a:lnTo>
                  <a:pt x="0" y="27190"/>
                </a:lnTo>
                <a:lnTo>
                  <a:pt x="0" y="7848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727034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48" y="35026"/>
                </a:lnTo>
                <a:lnTo>
                  <a:pt x="0" y="27190"/>
                </a:lnTo>
                <a:lnTo>
                  <a:pt x="0" y="7835"/>
                </a:lnTo>
                <a:lnTo>
                  <a:pt x="7848" y="0"/>
                </a:lnTo>
                <a:lnTo>
                  <a:pt x="17525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871357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10"/>
                </a:lnTo>
                <a:lnTo>
                  <a:pt x="35039" y="27165"/>
                </a:lnTo>
                <a:lnTo>
                  <a:pt x="27190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871357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48"/>
                </a:lnTo>
                <a:lnTo>
                  <a:pt x="35039" y="27190"/>
                </a:lnTo>
                <a:lnTo>
                  <a:pt x="27190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871357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90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13" y="0"/>
                </a:lnTo>
                <a:lnTo>
                  <a:pt x="27190" y="0"/>
                </a:lnTo>
                <a:lnTo>
                  <a:pt x="35039" y="7835"/>
                </a:lnTo>
                <a:lnTo>
                  <a:pt x="35039" y="27190"/>
                </a:lnTo>
                <a:lnTo>
                  <a:pt x="27190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015680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10"/>
                </a:lnTo>
                <a:lnTo>
                  <a:pt x="35013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015680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48"/>
                </a:lnTo>
                <a:lnTo>
                  <a:pt x="35013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015680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13" y="7835"/>
                </a:lnTo>
                <a:lnTo>
                  <a:pt x="35013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60003" y="476954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01"/>
                </a:moveTo>
                <a:lnTo>
                  <a:pt x="7823" y="35001"/>
                </a:lnTo>
                <a:lnTo>
                  <a:pt x="0" y="27165"/>
                </a:lnTo>
                <a:lnTo>
                  <a:pt x="0" y="7810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10"/>
                </a:lnTo>
                <a:lnTo>
                  <a:pt x="35001" y="27165"/>
                </a:lnTo>
                <a:lnTo>
                  <a:pt x="27165" y="35001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160003" y="491006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13"/>
                </a:moveTo>
                <a:lnTo>
                  <a:pt x="7823" y="35013"/>
                </a:lnTo>
                <a:lnTo>
                  <a:pt x="0" y="27190"/>
                </a:lnTo>
                <a:lnTo>
                  <a:pt x="0" y="7848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48"/>
                </a:lnTo>
                <a:lnTo>
                  <a:pt x="35001" y="27190"/>
                </a:lnTo>
                <a:lnTo>
                  <a:pt x="27165" y="35013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160003" y="505058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27165" y="35026"/>
                </a:moveTo>
                <a:lnTo>
                  <a:pt x="7823" y="35026"/>
                </a:lnTo>
                <a:lnTo>
                  <a:pt x="0" y="27190"/>
                </a:lnTo>
                <a:lnTo>
                  <a:pt x="0" y="7835"/>
                </a:lnTo>
                <a:lnTo>
                  <a:pt x="7823" y="0"/>
                </a:lnTo>
                <a:lnTo>
                  <a:pt x="17513" y="0"/>
                </a:lnTo>
                <a:lnTo>
                  <a:pt x="27165" y="0"/>
                </a:lnTo>
                <a:lnTo>
                  <a:pt x="35001" y="7835"/>
                </a:lnTo>
                <a:lnTo>
                  <a:pt x="35001" y="27190"/>
                </a:lnTo>
                <a:lnTo>
                  <a:pt x="27165" y="35026"/>
                </a:lnTo>
                <a:close/>
              </a:path>
            </a:pathLst>
          </a:custGeom>
          <a:solidFill>
            <a:srgbClr val="FF9C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3" name="object 8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125" y="3215157"/>
            <a:ext cx="1209242" cy="1168120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2445334" y="2840731"/>
            <a:ext cx="936981" cy="909460"/>
            <a:chOff x="2644419" y="2571775"/>
            <a:chExt cx="1384300" cy="1198880"/>
          </a:xfrm>
        </p:grpSpPr>
        <p:sp>
          <p:nvSpPr>
            <p:cNvPr id="85" name="object 85"/>
            <p:cNvSpPr/>
            <p:nvPr/>
          </p:nvSpPr>
          <p:spPr>
            <a:xfrm>
              <a:off x="2644419" y="2571775"/>
              <a:ext cx="1384300" cy="1198880"/>
            </a:xfrm>
            <a:custGeom>
              <a:avLst/>
              <a:gdLst/>
              <a:ahLst/>
              <a:cxnLst/>
              <a:rect l="l" t="t" r="r" b="b"/>
              <a:pathLst>
                <a:path w="1384300" h="1198879">
                  <a:moveTo>
                    <a:pt x="1038174" y="1198765"/>
                  </a:moveTo>
                  <a:lnTo>
                    <a:pt x="346062" y="1198765"/>
                  </a:lnTo>
                  <a:lnTo>
                    <a:pt x="0" y="599389"/>
                  </a:lnTo>
                  <a:lnTo>
                    <a:pt x="346062" y="0"/>
                  </a:lnTo>
                  <a:lnTo>
                    <a:pt x="1038174" y="0"/>
                  </a:lnTo>
                  <a:lnTo>
                    <a:pt x="1155841" y="203809"/>
                  </a:lnTo>
                  <a:lnTo>
                    <a:pt x="463727" y="203809"/>
                  </a:lnTo>
                  <a:lnTo>
                    <a:pt x="235331" y="599389"/>
                  </a:lnTo>
                  <a:lnTo>
                    <a:pt x="463727" y="994956"/>
                  </a:lnTo>
                  <a:lnTo>
                    <a:pt x="1155843" y="994956"/>
                  </a:lnTo>
                  <a:lnTo>
                    <a:pt x="1038174" y="1198765"/>
                  </a:lnTo>
                  <a:close/>
                </a:path>
                <a:path w="1384300" h="1198879">
                  <a:moveTo>
                    <a:pt x="1155843" y="994956"/>
                  </a:moveTo>
                  <a:lnTo>
                    <a:pt x="920508" y="994956"/>
                  </a:lnTo>
                  <a:lnTo>
                    <a:pt x="1148905" y="599389"/>
                  </a:lnTo>
                  <a:lnTo>
                    <a:pt x="920508" y="203809"/>
                  </a:lnTo>
                  <a:lnTo>
                    <a:pt x="1155841" y="203809"/>
                  </a:lnTo>
                  <a:lnTo>
                    <a:pt x="1384223" y="599389"/>
                  </a:lnTo>
                  <a:lnTo>
                    <a:pt x="1155843" y="994956"/>
                  </a:lnTo>
                  <a:close/>
                </a:path>
              </a:pathLst>
            </a:custGeom>
            <a:solidFill>
              <a:srgbClr val="54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073514" y="3072917"/>
              <a:ext cx="436245" cy="377825"/>
            </a:xfrm>
            <a:custGeom>
              <a:avLst/>
              <a:gdLst/>
              <a:ahLst/>
              <a:cxnLst/>
              <a:rect l="l" t="t" r="r" b="b"/>
              <a:pathLst>
                <a:path w="436245" h="377825">
                  <a:moveTo>
                    <a:pt x="326745" y="377278"/>
                  </a:moveTo>
                  <a:lnTo>
                    <a:pt x="108889" y="377278"/>
                  </a:lnTo>
                  <a:lnTo>
                    <a:pt x="0" y="188633"/>
                  </a:lnTo>
                  <a:lnTo>
                    <a:pt x="108889" y="0"/>
                  </a:lnTo>
                  <a:lnTo>
                    <a:pt x="326745" y="0"/>
                  </a:lnTo>
                  <a:lnTo>
                    <a:pt x="435648" y="188633"/>
                  </a:lnTo>
                  <a:lnTo>
                    <a:pt x="326745" y="377278"/>
                  </a:lnTo>
                  <a:close/>
                </a:path>
              </a:pathLst>
            </a:custGeom>
            <a:solidFill>
              <a:srgbClr val="2884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7" name="object 8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4394" y="4034396"/>
            <a:ext cx="214325" cy="214325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3932" y="4144327"/>
            <a:ext cx="83235" cy="8322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2754" y="4144327"/>
            <a:ext cx="83273" cy="8322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81614" y="4144327"/>
            <a:ext cx="83235" cy="83223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50436" y="4144327"/>
            <a:ext cx="83273" cy="83223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59502" y="3922344"/>
            <a:ext cx="83235" cy="8322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28324" y="3922344"/>
            <a:ext cx="83286" cy="83223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97197" y="3922344"/>
            <a:ext cx="83248" cy="83223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66032" y="3922344"/>
            <a:ext cx="83235" cy="83223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28324" y="4349673"/>
            <a:ext cx="83286" cy="83223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59502" y="4349673"/>
            <a:ext cx="83235" cy="83223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97197" y="4349673"/>
            <a:ext cx="83248" cy="8322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66032" y="4349673"/>
            <a:ext cx="83235" cy="83223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23568" y="3215157"/>
            <a:ext cx="1300404" cy="1393316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83086" y="2901491"/>
            <a:ext cx="1705372" cy="1798802"/>
          </a:xfrm>
          <a:prstGeom prst="rect">
            <a:avLst/>
          </a:prstGeom>
        </p:spPr>
      </p:pic>
      <p:sp>
        <p:nvSpPr>
          <p:cNvPr id="102" name="object 102"/>
          <p:cNvSpPr txBox="1">
            <a:spLocks noGrp="1"/>
          </p:cNvSpPr>
          <p:nvPr>
            <p:ph type="title"/>
          </p:nvPr>
        </p:nvSpPr>
        <p:spPr>
          <a:xfrm>
            <a:off x="1010234" y="331916"/>
            <a:ext cx="6564852" cy="2157642"/>
          </a:xfrm>
          <a:prstGeom prst="rect">
            <a:avLst/>
          </a:prstGeom>
        </p:spPr>
        <p:txBody>
          <a:bodyPr vert="horz" wrap="square" lIns="0" tIns="4908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65"/>
              </a:spcBef>
            </a:pPr>
            <a:r>
              <a:rPr lang="en-US" sz="5400" spc="105" dirty="0">
                <a:solidFill>
                  <a:srgbClr val="FF0000"/>
                </a:solidFill>
              </a:rPr>
              <a:t>Do</a:t>
            </a:r>
            <a:r>
              <a:rPr lang="en-US" sz="5400" spc="55" dirty="0">
                <a:solidFill>
                  <a:srgbClr val="FF0000"/>
                </a:solidFill>
              </a:rPr>
              <a:t> You H</a:t>
            </a:r>
            <a:r>
              <a:rPr lang="en-US" sz="5400" dirty="0">
                <a:solidFill>
                  <a:srgbClr val="FF0000"/>
                </a:solidFill>
              </a:rPr>
              <a:t>ave</a:t>
            </a:r>
            <a:r>
              <a:rPr lang="en-US" sz="5400" spc="60" dirty="0">
                <a:solidFill>
                  <a:srgbClr val="FF0000"/>
                </a:solidFill>
              </a:rPr>
              <a:t> A</a:t>
            </a:r>
            <a:r>
              <a:rPr lang="en-US" sz="5400" dirty="0">
                <a:solidFill>
                  <a:srgbClr val="FF0000"/>
                </a:solidFill>
              </a:rPr>
              <a:t>ny</a:t>
            </a:r>
            <a:r>
              <a:rPr lang="en-US" sz="5400" spc="50" dirty="0">
                <a:solidFill>
                  <a:srgbClr val="FF0000"/>
                </a:solidFill>
              </a:rPr>
              <a:t> </a:t>
            </a:r>
            <a:r>
              <a:rPr lang="en-US" sz="5400" spc="80" dirty="0">
                <a:solidFill>
                  <a:srgbClr val="FF0000"/>
                </a:solidFill>
              </a:rPr>
              <a:t>Questions?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247940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259</Words>
  <Application>Microsoft Office PowerPoint</Application>
  <PresentationFormat>On-screen Show (16:9)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Bahnschrift</vt:lpstr>
      <vt:lpstr>Calibri</vt:lpstr>
      <vt:lpstr>Calibri Light</vt:lpstr>
      <vt:lpstr>Century Gothic</vt:lpstr>
      <vt:lpstr>Lucida Sans</vt:lpstr>
      <vt:lpstr>Roboto</vt:lpstr>
      <vt:lpstr>Office Theme</vt:lpstr>
      <vt:lpstr>PowerPoint Presentation</vt:lpstr>
      <vt:lpstr>CONTENTS</vt:lpstr>
      <vt:lpstr>PowerPoint Presentation</vt:lpstr>
      <vt:lpstr>INTRODUCTION</vt:lpstr>
      <vt:lpstr>REQUIRED EQUIPMENTS</vt:lpstr>
      <vt:lpstr>PowerPoint Presentation</vt:lpstr>
      <vt:lpstr>Algorithm</vt:lpstr>
      <vt:lpstr>PLOTS</vt:lpstr>
      <vt:lpstr>Result Comparison</vt:lpstr>
      <vt:lpstr>Foot Clearance Analysis</vt:lpstr>
      <vt:lpstr>EXPERIMENTAL FLOWCHART</vt:lpstr>
      <vt:lpstr>SIGNIFICANCE</vt:lpstr>
      <vt:lpstr>CONCLUSION</vt:lpstr>
      <vt:lpstr>Thank You</vt:lpstr>
      <vt:lpstr>Do You Have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NEHA</dc:creator>
  <dc:description/>
  <cp:lastModifiedBy>MD. EBRAHIM</cp:lastModifiedBy>
  <cp:revision>3</cp:revision>
  <dcterms:created xsi:type="dcterms:W3CDTF">2023-08-16T20:35:21Z</dcterms:created>
  <dcterms:modified xsi:type="dcterms:W3CDTF">2026-03-30T11:41:00Z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2023-08-17T00:00:00Z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2023-08-16T00:00:00Z</vt:filetime>
  </property>
  <property fmtid="{D5CDD505-2E9C-101B-9397-08002B2CF9AE}" pid="5" name="SourceModified">
    <vt:lpwstr>D:20230817015037+19'50'</vt:lpwstr>
  </property>
</Properties>
</file>